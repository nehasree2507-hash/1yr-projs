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20"/>
  </p:notesMasterIdLst>
  <p:handoutMasterIdLst>
    <p:handoutMasterId r:id="rId21"/>
  </p:handoutMasterIdLst>
  <p:sldIdLst>
    <p:sldId id="314" r:id="rId3"/>
    <p:sldId id="322" r:id="rId4"/>
    <p:sldId id="323" r:id="rId5"/>
    <p:sldId id="266" r:id="rId6"/>
    <p:sldId id="341" r:id="rId7"/>
    <p:sldId id="342" r:id="rId8"/>
    <p:sldId id="343" r:id="rId9"/>
    <p:sldId id="344" r:id="rId10"/>
    <p:sldId id="346" r:id="rId11"/>
    <p:sldId id="355" r:id="rId12"/>
    <p:sldId id="356" r:id="rId13"/>
    <p:sldId id="357" r:id="rId14"/>
    <p:sldId id="353" r:id="rId15"/>
    <p:sldId id="354" r:id="rId16"/>
    <p:sldId id="347" r:id="rId17"/>
    <p:sldId id="348" r:id="rId18"/>
    <p:sldId id="332"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00109C-AE88-480E-A9CD-410A93410A08}" v="35" dt="2026-03-12T03:43:26.13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582"/>
    <p:restoredTop sz="95833"/>
  </p:normalViewPr>
  <p:slideViewPr>
    <p:cSldViewPr snapToGrid="0" snapToObjects="1">
      <p:cViewPr varScale="1">
        <p:scale>
          <a:sx n="82" d="100"/>
          <a:sy n="82" d="100"/>
        </p:scale>
        <p:origin x="509" y="72"/>
      </p:cViewPr>
      <p:guideLst/>
    </p:cSldViewPr>
  </p:slideViewPr>
  <p:notesTextViewPr>
    <p:cViewPr>
      <p:scale>
        <a:sx n="1" d="1"/>
        <a:sy n="1" d="1"/>
      </p:scale>
      <p:origin x="0" y="0"/>
    </p:cViewPr>
  </p:notesTextViewPr>
  <p:notesViewPr>
    <p:cSldViewPr snapToGrid="0" snapToObjects="1">
      <p:cViewPr varScale="1">
        <p:scale>
          <a:sx n="51" d="100"/>
          <a:sy n="51" d="100"/>
        </p:scale>
        <p:origin x="3208" y="2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microsoft.com/office/2016/11/relationships/changesInfo" Target="changesInfos/changesInfo1.xml"/><Relationship Id="rId3" Type="http://schemas.openxmlformats.org/officeDocument/2006/relationships/slide" Target="slides/slide1.xml"/><Relationship Id="rId21"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ehasree Padamati" userId="f9acd462f0fe10ae" providerId="LiveId" clId="{60FE8FE3-70CC-4376-BF60-BA975CA4AA45}"/>
    <pc:docChg chg="undo custSel addSld delSld modSld sldOrd">
      <pc:chgData name="Nehasree Padamati" userId="f9acd462f0fe10ae" providerId="LiveId" clId="{60FE8FE3-70CC-4376-BF60-BA975CA4AA45}" dt="2026-03-12T03:43:30.493" v="513" actId="113"/>
      <pc:docMkLst>
        <pc:docMk/>
      </pc:docMkLst>
      <pc:sldChg chg="del">
        <pc:chgData name="Nehasree Padamati" userId="f9acd462f0fe10ae" providerId="LiveId" clId="{60FE8FE3-70CC-4376-BF60-BA975CA4AA45}" dt="2026-03-11T17:46:41.457" v="386" actId="47"/>
        <pc:sldMkLst>
          <pc:docMk/>
          <pc:sldMk cId="2851391703" sldId="261"/>
        </pc:sldMkLst>
      </pc:sldChg>
      <pc:sldChg chg="modSp mod">
        <pc:chgData name="Nehasree Padamati" userId="f9acd462f0fe10ae" providerId="LiveId" clId="{60FE8FE3-70CC-4376-BF60-BA975CA4AA45}" dt="2026-03-09T05:14:15.381" v="32" actId="1035"/>
        <pc:sldMkLst>
          <pc:docMk/>
          <pc:sldMk cId="930833320" sldId="266"/>
        </pc:sldMkLst>
        <pc:spChg chg="mod">
          <ac:chgData name="Nehasree Padamati" userId="f9acd462f0fe10ae" providerId="LiveId" clId="{60FE8FE3-70CC-4376-BF60-BA975CA4AA45}" dt="2026-03-09T05:14:15.381" v="32" actId="1035"/>
          <ac:spMkLst>
            <pc:docMk/>
            <pc:sldMk cId="930833320" sldId="266"/>
            <ac:spMk id="8" creationId="{D45DB3B1-7702-A34D-B15A-E964B95D6FB5}"/>
          </ac:spMkLst>
        </pc:spChg>
      </pc:sldChg>
      <pc:sldChg chg="modSp mod">
        <pc:chgData name="Nehasree Padamati" userId="f9acd462f0fe10ae" providerId="LiveId" clId="{60FE8FE3-70CC-4376-BF60-BA975CA4AA45}" dt="2026-03-11T17:46:51.234" v="393" actId="20577"/>
        <pc:sldMkLst>
          <pc:docMk/>
          <pc:sldMk cId="1017016331" sldId="314"/>
        </pc:sldMkLst>
        <pc:spChg chg="mod">
          <ac:chgData name="Nehasree Padamati" userId="f9acd462f0fe10ae" providerId="LiveId" clId="{60FE8FE3-70CC-4376-BF60-BA975CA4AA45}" dt="2026-03-11T17:46:51.234" v="393" actId="20577"/>
          <ac:spMkLst>
            <pc:docMk/>
            <pc:sldMk cId="1017016331" sldId="314"/>
            <ac:spMk id="13" creationId="{3F9DE7D0-41AC-90DD-3065-235240261B1B}"/>
          </ac:spMkLst>
        </pc:spChg>
      </pc:sldChg>
      <pc:sldChg chg="modSp mod">
        <pc:chgData name="Nehasree Padamati" userId="f9acd462f0fe10ae" providerId="LiveId" clId="{60FE8FE3-70CC-4376-BF60-BA975CA4AA45}" dt="2026-03-11T15:32:38.422" v="70" actId="27636"/>
        <pc:sldMkLst>
          <pc:docMk/>
          <pc:sldMk cId="326239331" sldId="322"/>
        </pc:sldMkLst>
        <pc:spChg chg="mod">
          <ac:chgData name="Nehasree Padamati" userId="f9acd462f0fe10ae" providerId="LiveId" clId="{60FE8FE3-70CC-4376-BF60-BA975CA4AA45}" dt="2026-03-09T05:13:59.126" v="27" actId="1076"/>
          <ac:spMkLst>
            <pc:docMk/>
            <pc:sldMk cId="326239331" sldId="322"/>
            <ac:spMk id="8" creationId="{D45DB3B1-7702-A34D-B15A-E964B95D6FB5}"/>
          </ac:spMkLst>
        </pc:spChg>
        <pc:spChg chg="mod">
          <ac:chgData name="Nehasree Padamati" userId="f9acd462f0fe10ae" providerId="LiveId" clId="{60FE8FE3-70CC-4376-BF60-BA975CA4AA45}" dt="2026-03-11T15:32:38.422" v="70" actId="27636"/>
          <ac:spMkLst>
            <pc:docMk/>
            <pc:sldMk cId="326239331" sldId="322"/>
            <ac:spMk id="9" creationId="{0BAA4F36-AB00-F2C4-B47F-6381355DE604}"/>
          </ac:spMkLst>
        </pc:spChg>
      </pc:sldChg>
      <pc:sldChg chg="modSp mod">
        <pc:chgData name="Nehasree Padamati" userId="f9acd462f0fe10ae" providerId="LiveId" clId="{60FE8FE3-70CC-4376-BF60-BA975CA4AA45}" dt="2026-03-11T17:47:23.809" v="397" actId="113"/>
        <pc:sldMkLst>
          <pc:docMk/>
          <pc:sldMk cId="2715783799" sldId="323"/>
        </pc:sldMkLst>
        <pc:spChg chg="mod">
          <ac:chgData name="Nehasree Padamati" userId="f9acd462f0fe10ae" providerId="LiveId" clId="{60FE8FE3-70CC-4376-BF60-BA975CA4AA45}" dt="2026-03-09T05:14:06.628" v="28" actId="1076"/>
          <ac:spMkLst>
            <pc:docMk/>
            <pc:sldMk cId="2715783799" sldId="323"/>
            <ac:spMk id="8" creationId="{D45DB3B1-7702-A34D-B15A-E964B95D6FB5}"/>
          </ac:spMkLst>
        </pc:spChg>
        <pc:spChg chg="mod">
          <ac:chgData name="Nehasree Padamati" userId="f9acd462f0fe10ae" providerId="LiveId" clId="{60FE8FE3-70CC-4376-BF60-BA975CA4AA45}" dt="2026-03-11T17:47:23.809" v="397" actId="113"/>
          <ac:spMkLst>
            <pc:docMk/>
            <pc:sldMk cId="2715783799" sldId="323"/>
            <ac:spMk id="9" creationId="{0BAA4F36-AB00-F2C4-B47F-6381355DE604}"/>
          </ac:spMkLst>
        </pc:spChg>
      </pc:sldChg>
      <pc:sldChg chg="delSp modSp del mod">
        <pc:chgData name="Nehasree Padamati" userId="f9acd462f0fe10ae" providerId="LiveId" clId="{60FE8FE3-70CC-4376-BF60-BA975CA4AA45}" dt="2026-03-12T03:05:20.186" v="415" actId="47"/>
        <pc:sldMkLst>
          <pc:docMk/>
          <pc:sldMk cId="3431953712" sldId="340"/>
        </pc:sldMkLst>
      </pc:sldChg>
      <pc:sldChg chg="modSp mod ord">
        <pc:chgData name="Nehasree Padamati" userId="f9acd462f0fe10ae" providerId="LiveId" clId="{60FE8FE3-70CC-4376-BF60-BA975CA4AA45}" dt="2026-03-09T05:14:50.263" v="34" actId="1076"/>
        <pc:sldMkLst>
          <pc:docMk/>
          <pc:sldMk cId="3205484866" sldId="341"/>
        </pc:sldMkLst>
        <pc:spChg chg="mod">
          <ac:chgData name="Nehasree Padamati" userId="f9acd462f0fe10ae" providerId="LiveId" clId="{60FE8FE3-70CC-4376-BF60-BA975CA4AA45}" dt="2026-03-09T05:14:50.263" v="34" actId="1076"/>
          <ac:spMkLst>
            <pc:docMk/>
            <pc:sldMk cId="3205484866" sldId="341"/>
            <ac:spMk id="8" creationId="{2EAE696E-C5CB-1479-F98C-F7C2D0B7BED0}"/>
          </ac:spMkLst>
        </pc:spChg>
      </pc:sldChg>
      <pc:sldChg chg="addSp delSp modSp mod">
        <pc:chgData name="Nehasree Padamati" userId="f9acd462f0fe10ae" providerId="LiveId" clId="{60FE8FE3-70CC-4376-BF60-BA975CA4AA45}" dt="2026-03-12T03:04:34.253" v="414" actId="1035"/>
        <pc:sldMkLst>
          <pc:docMk/>
          <pc:sldMk cId="3489011149" sldId="342"/>
        </pc:sldMkLst>
        <pc:spChg chg="add del mod">
          <ac:chgData name="Nehasree Padamati" userId="f9acd462f0fe10ae" providerId="LiveId" clId="{60FE8FE3-70CC-4376-BF60-BA975CA4AA45}" dt="2026-03-11T17:47:48.538" v="398" actId="931"/>
          <ac:spMkLst>
            <pc:docMk/>
            <pc:sldMk cId="3489011149" sldId="342"/>
            <ac:spMk id="3" creationId="{5C669B13-3620-2804-0F66-72C3C20B28DF}"/>
          </ac:spMkLst>
        </pc:spChg>
        <pc:spChg chg="mod">
          <ac:chgData name="Nehasree Padamati" userId="f9acd462f0fe10ae" providerId="LiveId" clId="{60FE8FE3-70CC-4376-BF60-BA975CA4AA45}" dt="2026-03-12T03:04:34.253" v="414" actId="1035"/>
          <ac:spMkLst>
            <pc:docMk/>
            <pc:sldMk cId="3489011149" sldId="342"/>
            <ac:spMk id="8" creationId="{C17383E4-A635-5D2C-0BA9-6A9D4A506E92}"/>
          </ac:spMkLst>
        </pc:spChg>
        <pc:picChg chg="add mod ord">
          <ac:chgData name="Nehasree Padamati" userId="f9acd462f0fe10ae" providerId="LiveId" clId="{60FE8FE3-70CC-4376-BF60-BA975CA4AA45}" dt="2026-03-11T17:48:27.085" v="408" actId="1036"/>
          <ac:picMkLst>
            <pc:docMk/>
            <pc:sldMk cId="3489011149" sldId="342"/>
            <ac:picMk id="4" creationId="{0CE8394C-7A11-751B-FC25-060E92F3B85A}"/>
          </ac:picMkLst>
        </pc:picChg>
      </pc:sldChg>
      <pc:sldChg chg="modSp mod">
        <pc:chgData name="Nehasree Padamati" userId="f9acd462f0fe10ae" providerId="LiveId" clId="{60FE8FE3-70CC-4376-BF60-BA975CA4AA45}" dt="2026-03-11T17:48:43.441" v="409" actId="1076"/>
        <pc:sldMkLst>
          <pc:docMk/>
          <pc:sldMk cId="4072965683" sldId="343"/>
        </pc:sldMkLst>
        <pc:spChg chg="mod">
          <ac:chgData name="Nehasree Padamati" userId="f9acd462f0fe10ae" providerId="LiveId" clId="{60FE8FE3-70CC-4376-BF60-BA975CA4AA45}" dt="2026-03-09T05:13:45.442" v="26" actId="1076"/>
          <ac:spMkLst>
            <pc:docMk/>
            <pc:sldMk cId="4072965683" sldId="343"/>
            <ac:spMk id="8" creationId="{2F8E0586-CE85-480D-585E-FCD3C3448CF2}"/>
          </ac:spMkLst>
        </pc:spChg>
        <pc:spChg chg="mod">
          <ac:chgData name="Nehasree Padamati" userId="f9acd462f0fe10ae" providerId="LiveId" clId="{60FE8FE3-70CC-4376-BF60-BA975CA4AA45}" dt="2026-03-11T17:48:43.441" v="409" actId="1076"/>
          <ac:spMkLst>
            <pc:docMk/>
            <pc:sldMk cId="4072965683" sldId="343"/>
            <ac:spMk id="9" creationId="{1890F206-B37F-761D-F471-0BF91F889799}"/>
          </ac:spMkLst>
        </pc:spChg>
      </pc:sldChg>
      <pc:sldChg chg="modSp mod">
        <pc:chgData name="Nehasree Padamati" userId="f9acd462f0fe10ae" providerId="LiveId" clId="{60FE8FE3-70CC-4376-BF60-BA975CA4AA45}" dt="2026-03-11T17:48:53.676" v="412" actId="20577"/>
        <pc:sldMkLst>
          <pc:docMk/>
          <pc:sldMk cId="1263985989" sldId="344"/>
        </pc:sldMkLst>
        <pc:spChg chg="mod">
          <ac:chgData name="Nehasree Padamati" userId="f9acd462f0fe10ae" providerId="LiveId" clId="{60FE8FE3-70CC-4376-BF60-BA975CA4AA45}" dt="2026-03-09T05:15:02.703" v="36" actId="1076"/>
          <ac:spMkLst>
            <pc:docMk/>
            <pc:sldMk cId="1263985989" sldId="344"/>
            <ac:spMk id="8" creationId="{787EB9E5-2196-BA25-5BC0-0ADC2050CEF9}"/>
          </ac:spMkLst>
        </pc:spChg>
        <pc:spChg chg="mod">
          <ac:chgData name="Nehasree Padamati" userId="f9acd462f0fe10ae" providerId="LiveId" clId="{60FE8FE3-70CC-4376-BF60-BA975CA4AA45}" dt="2026-03-11T17:48:53.676" v="412" actId="20577"/>
          <ac:spMkLst>
            <pc:docMk/>
            <pc:sldMk cId="1263985989" sldId="344"/>
            <ac:spMk id="9" creationId="{363C44B8-E8B6-5D9D-90FF-ECD825D72DFC}"/>
          </ac:spMkLst>
        </pc:spChg>
      </pc:sldChg>
      <pc:sldChg chg="addSp delSp modSp mod">
        <pc:chgData name="Nehasree Padamati" userId="f9acd462f0fe10ae" providerId="LiveId" clId="{60FE8FE3-70CC-4376-BF60-BA975CA4AA45}" dt="2026-03-12T03:07:32.461" v="426" actId="14100"/>
        <pc:sldMkLst>
          <pc:docMk/>
          <pc:sldMk cId="344365824" sldId="346"/>
        </pc:sldMkLst>
        <pc:spChg chg="add">
          <ac:chgData name="Nehasree Padamati" userId="f9acd462f0fe10ae" providerId="LiveId" clId="{60FE8FE3-70CC-4376-BF60-BA975CA4AA45}" dt="2026-03-11T17:37:50.649" v="79"/>
          <ac:spMkLst>
            <pc:docMk/>
            <pc:sldMk cId="344365824" sldId="346"/>
            <ac:spMk id="2" creationId="{6B4F8E85-A8D6-0C52-0157-C1ADD29B693D}"/>
          </ac:spMkLst>
        </pc:spChg>
        <pc:spChg chg="add del mod">
          <ac:chgData name="Nehasree Padamati" userId="f9acd462f0fe10ae" providerId="LiveId" clId="{60FE8FE3-70CC-4376-BF60-BA975CA4AA45}" dt="2026-03-12T03:06:50.624" v="422" actId="478"/>
          <ac:spMkLst>
            <pc:docMk/>
            <pc:sldMk cId="344365824" sldId="346"/>
            <ac:spMk id="3" creationId="{4CD8D9EA-7D08-4039-4551-5F88996B80D5}"/>
          </ac:spMkLst>
        </pc:spChg>
        <pc:spChg chg="add del mod">
          <ac:chgData name="Nehasree Padamati" userId="f9acd462f0fe10ae" providerId="LiveId" clId="{60FE8FE3-70CC-4376-BF60-BA975CA4AA45}" dt="2026-03-11T17:42:30.320" v="244" actId="478"/>
          <ac:spMkLst>
            <pc:docMk/>
            <pc:sldMk cId="344365824" sldId="346"/>
            <ac:spMk id="3" creationId="{62016545-2EAD-A7AD-CA9A-81D3EBA5EB07}"/>
          </ac:spMkLst>
        </pc:spChg>
        <pc:spChg chg="add mod">
          <ac:chgData name="Nehasree Padamati" userId="f9acd462f0fe10ae" providerId="LiveId" clId="{60FE8FE3-70CC-4376-BF60-BA975CA4AA45}" dt="2026-03-11T17:45:41.417" v="380" actId="27636"/>
          <ac:spMkLst>
            <pc:docMk/>
            <pc:sldMk cId="344365824" sldId="346"/>
            <ac:spMk id="4" creationId="{C2D9D2D2-0F3F-D83C-8025-DDB1B7604C2D}"/>
          </ac:spMkLst>
        </pc:spChg>
        <pc:spChg chg="mod">
          <ac:chgData name="Nehasree Padamati" userId="f9acd462f0fe10ae" providerId="LiveId" clId="{60FE8FE3-70CC-4376-BF60-BA975CA4AA45}" dt="2026-03-09T05:15:11.532" v="37" actId="1076"/>
          <ac:spMkLst>
            <pc:docMk/>
            <pc:sldMk cId="344365824" sldId="346"/>
            <ac:spMk id="8" creationId="{57E0E9F0-7414-F19D-A367-C4D70D67BCB3}"/>
          </ac:spMkLst>
        </pc:spChg>
        <pc:spChg chg="del mod">
          <ac:chgData name="Nehasree Padamati" userId="f9acd462f0fe10ae" providerId="LiveId" clId="{60FE8FE3-70CC-4376-BF60-BA975CA4AA45}" dt="2026-03-11T17:37:56.657" v="82"/>
          <ac:spMkLst>
            <pc:docMk/>
            <pc:sldMk cId="344365824" sldId="346"/>
            <ac:spMk id="9" creationId="{6726AE93-69A8-DC85-DA45-05F4D66EF996}"/>
          </ac:spMkLst>
        </pc:spChg>
        <pc:spChg chg="add">
          <ac:chgData name="Nehasree Padamati" userId="f9acd462f0fe10ae" providerId="LiveId" clId="{60FE8FE3-70CC-4376-BF60-BA975CA4AA45}" dt="2026-03-11T17:43:57.362" v="361"/>
          <ac:spMkLst>
            <pc:docMk/>
            <pc:sldMk cId="344365824" sldId="346"/>
            <ac:spMk id="10" creationId="{1A23CD52-5B3A-F701-3BA0-DD5E9C7F809B}"/>
          </ac:spMkLst>
        </pc:spChg>
        <pc:spChg chg="add mod">
          <ac:chgData name="Nehasree Padamati" userId="f9acd462f0fe10ae" providerId="LiveId" clId="{60FE8FE3-70CC-4376-BF60-BA975CA4AA45}" dt="2026-03-11T17:44:01.978" v="363"/>
          <ac:spMkLst>
            <pc:docMk/>
            <pc:sldMk cId="344365824" sldId="346"/>
            <ac:spMk id="11" creationId="{F530CA1B-25C8-873E-30EA-5B992713D05A}"/>
          </ac:spMkLst>
        </pc:spChg>
        <pc:spChg chg="add del mod">
          <ac:chgData name="Nehasree Padamati" userId="f9acd462f0fe10ae" providerId="LiveId" clId="{60FE8FE3-70CC-4376-BF60-BA975CA4AA45}" dt="2026-03-11T17:45:43.408" v="382"/>
          <ac:spMkLst>
            <pc:docMk/>
            <pc:sldMk cId="344365824" sldId="346"/>
            <ac:spMk id="12" creationId="{80C9B597-17AB-E8BC-2FB4-26AED8C63B77}"/>
          </ac:spMkLst>
        </pc:spChg>
        <pc:picChg chg="add mod">
          <ac:chgData name="Nehasree Padamati" userId="f9acd462f0fe10ae" providerId="LiveId" clId="{60FE8FE3-70CC-4376-BF60-BA975CA4AA45}" dt="2026-03-12T03:07:32.461" v="426" actId="14100"/>
          <ac:picMkLst>
            <pc:docMk/>
            <pc:sldMk cId="344365824" sldId="346"/>
            <ac:picMk id="10" creationId="{3B15536A-4289-29EC-87EF-BEB10818CF16}"/>
          </ac:picMkLst>
        </pc:picChg>
      </pc:sldChg>
      <pc:sldChg chg="modSp mod">
        <pc:chgData name="Nehasree Padamati" userId="f9acd462f0fe10ae" providerId="LiveId" clId="{60FE8FE3-70CC-4376-BF60-BA975CA4AA45}" dt="2026-03-12T03:43:30.493" v="513" actId="113"/>
        <pc:sldMkLst>
          <pc:docMk/>
          <pc:sldMk cId="2858912175" sldId="347"/>
        </pc:sldMkLst>
        <pc:spChg chg="mod">
          <ac:chgData name="Nehasree Padamati" userId="f9acd462f0fe10ae" providerId="LiveId" clId="{60FE8FE3-70CC-4376-BF60-BA975CA4AA45}" dt="2026-03-09T05:15:23.062" v="38" actId="1076"/>
          <ac:spMkLst>
            <pc:docMk/>
            <pc:sldMk cId="2858912175" sldId="347"/>
            <ac:spMk id="8" creationId="{7E8F526A-5F54-0308-7336-A6E081606439}"/>
          </ac:spMkLst>
        </pc:spChg>
        <pc:spChg chg="mod">
          <ac:chgData name="Nehasree Padamati" userId="f9acd462f0fe10ae" providerId="LiveId" clId="{60FE8FE3-70CC-4376-BF60-BA975CA4AA45}" dt="2026-03-12T03:43:30.493" v="513" actId="113"/>
          <ac:spMkLst>
            <pc:docMk/>
            <pc:sldMk cId="2858912175" sldId="347"/>
            <ac:spMk id="9" creationId="{956E9376-CB4B-895B-7B5C-D2F5AAED7494}"/>
          </ac:spMkLst>
        </pc:spChg>
      </pc:sldChg>
      <pc:sldChg chg="addSp delSp modSp mod">
        <pc:chgData name="Nehasree Padamati" userId="f9acd462f0fe10ae" providerId="LiveId" clId="{60FE8FE3-70CC-4376-BF60-BA975CA4AA45}" dt="2026-03-12T03:37:33.254" v="457" actId="14100"/>
        <pc:sldMkLst>
          <pc:docMk/>
          <pc:sldMk cId="2357471992" sldId="348"/>
        </pc:sldMkLst>
        <pc:spChg chg="mod">
          <ac:chgData name="Nehasree Padamati" userId="f9acd462f0fe10ae" providerId="LiveId" clId="{60FE8FE3-70CC-4376-BF60-BA975CA4AA45}" dt="2026-03-09T05:15:30.489" v="40" actId="1076"/>
          <ac:spMkLst>
            <pc:docMk/>
            <pc:sldMk cId="2357471992" sldId="348"/>
            <ac:spMk id="2" creationId="{0C9961B8-8709-0718-F6D3-9D07622F76AF}"/>
          </ac:spMkLst>
        </pc:spChg>
        <pc:spChg chg="del">
          <ac:chgData name="Nehasree Padamati" userId="f9acd462f0fe10ae" providerId="LiveId" clId="{60FE8FE3-70CC-4376-BF60-BA975CA4AA45}" dt="2026-03-12T03:37:07.030" v="448" actId="931"/>
          <ac:spMkLst>
            <pc:docMk/>
            <pc:sldMk cId="2357471992" sldId="348"/>
            <ac:spMk id="3" creationId="{81383DFD-4145-46B6-BA5B-4C9D68B54059}"/>
          </ac:spMkLst>
        </pc:spChg>
        <pc:picChg chg="add mod ord">
          <ac:chgData name="Nehasree Padamati" userId="f9acd462f0fe10ae" providerId="LiveId" clId="{60FE8FE3-70CC-4376-BF60-BA975CA4AA45}" dt="2026-03-12T03:37:33.254" v="457" actId="14100"/>
          <ac:picMkLst>
            <pc:docMk/>
            <pc:sldMk cId="2357471992" sldId="348"/>
            <ac:picMk id="8" creationId="{377FC8EF-BF49-AC98-9ACE-7B55C1231529}"/>
          </ac:picMkLst>
        </pc:picChg>
        <pc:picChg chg="add mod">
          <ac:chgData name="Nehasree Padamati" userId="f9acd462f0fe10ae" providerId="LiveId" clId="{60FE8FE3-70CC-4376-BF60-BA975CA4AA45}" dt="2026-03-12T03:37:25.003" v="454" actId="1076"/>
          <ac:picMkLst>
            <pc:docMk/>
            <pc:sldMk cId="2357471992" sldId="348"/>
            <ac:picMk id="10" creationId="{3B52DF47-67A1-D91A-58CA-97C6CC2E56CE}"/>
          </ac:picMkLst>
        </pc:picChg>
      </pc:sldChg>
      <pc:sldChg chg="modSp del mod">
        <pc:chgData name="Nehasree Padamati" userId="f9acd462f0fe10ae" providerId="LiveId" clId="{60FE8FE3-70CC-4376-BF60-BA975CA4AA45}" dt="2026-03-11T15:33:10.095" v="75" actId="47"/>
        <pc:sldMkLst>
          <pc:docMk/>
          <pc:sldMk cId="726548312" sldId="349"/>
        </pc:sldMkLst>
        <pc:spChg chg="mod">
          <ac:chgData name="Nehasree Padamati" userId="f9acd462f0fe10ae" providerId="LiveId" clId="{60FE8FE3-70CC-4376-BF60-BA975CA4AA45}" dt="2026-03-11T15:33:01.992" v="71" actId="21"/>
          <ac:spMkLst>
            <pc:docMk/>
            <pc:sldMk cId="726548312" sldId="349"/>
            <ac:spMk id="9" creationId="{726F87AA-64F0-4FD0-417F-261308D7417C}"/>
          </ac:spMkLst>
        </pc:spChg>
      </pc:sldChg>
      <pc:sldChg chg="add del">
        <pc:chgData name="Nehasree Padamati" userId="f9acd462f0fe10ae" providerId="LiveId" clId="{60FE8FE3-70CC-4376-BF60-BA975CA4AA45}" dt="2026-03-12T03:05:21.354" v="416" actId="47"/>
        <pc:sldMkLst>
          <pc:docMk/>
          <pc:sldMk cId="529884483" sldId="351"/>
        </pc:sldMkLst>
      </pc:sldChg>
      <pc:sldChg chg="add del">
        <pc:chgData name="Nehasree Padamati" userId="f9acd462f0fe10ae" providerId="LiveId" clId="{60FE8FE3-70CC-4376-BF60-BA975CA4AA45}" dt="2026-03-12T03:05:22.233" v="417" actId="47"/>
        <pc:sldMkLst>
          <pc:docMk/>
          <pc:sldMk cId="1512042264" sldId="352"/>
        </pc:sldMkLst>
      </pc:sldChg>
      <pc:sldChg chg="addSp delSp modSp add mod">
        <pc:chgData name="Nehasree Padamati" userId="f9acd462f0fe10ae" providerId="LiveId" clId="{60FE8FE3-70CC-4376-BF60-BA975CA4AA45}" dt="2026-03-12T03:39:53.657" v="495" actId="1076"/>
        <pc:sldMkLst>
          <pc:docMk/>
          <pc:sldMk cId="2779641928" sldId="353"/>
        </pc:sldMkLst>
        <pc:spChg chg="add del mod">
          <ac:chgData name="Nehasree Padamati" userId="f9acd462f0fe10ae" providerId="LiveId" clId="{60FE8FE3-70CC-4376-BF60-BA975CA4AA45}" dt="2026-03-12T03:39:48.875" v="493" actId="478"/>
          <ac:spMkLst>
            <pc:docMk/>
            <pc:sldMk cId="2779641928" sldId="353"/>
            <ac:spMk id="10" creationId="{81FBE951-C4E7-B879-5B59-5C93B6D2436D}"/>
          </ac:spMkLst>
        </pc:spChg>
        <pc:spChg chg="add del mod">
          <ac:chgData name="Nehasree Padamati" userId="f9acd462f0fe10ae" providerId="LiveId" clId="{60FE8FE3-70CC-4376-BF60-BA975CA4AA45}" dt="2026-03-12T03:39:47.074" v="492" actId="478"/>
          <ac:spMkLst>
            <pc:docMk/>
            <pc:sldMk cId="2779641928" sldId="353"/>
            <ac:spMk id="11" creationId="{397AAC64-923F-96EA-B101-9426C82AEB0F}"/>
          </ac:spMkLst>
        </pc:spChg>
        <pc:picChg chg="add mod">
          <ac:chgData name="Nehasree Padamati" userId="f9acd462f0fe10ae" providerId="LiveId" clId="{60FE8FE3-70CC-4376-BF60-BA975CA4AA45}" dt="2026-03-12T03:39:53.657" v="495" actId="1076"/>
          <ac:picMkLst>
            <pc:docMk/>
            <pc:sldMk cId="2779641928" sldId="353"/>
            <ac:picMk id="7" creationId="{D8E3C75F-9ACD-1BB5-253B-BB806E3B2204}"/>
          </ac:picMkLst>
        </pc:picChg>
        <pc:picChg chg="add mod">
          <ac:chgData name="Nehasree Padamati" userId="f9acd462f0fe10ae" providerId="LiveId" clId="{60FE8FE3-70CC-4376-BF60-BA975CA4AA45}" dt="2026-03-12T03:39:51.276" v="494" actId="1076"/>
          <ac:picMkLst>
            <pc:docMk/>
            <pc:sldMk cId="2779641928" sldId="353"/>
            <ac:picMk id="9" creationId="{07D6D53F-16E5-25F4-9EEB-10D7695157F0}"/>
          </ac:picMkLst>
        </pc:picChg>
      </pc:sldChg>
      <pc:sldChg chg="addSp delSp modSp add mod">
        <pc:chgData name="Nehasree Padamati" userId="f9acd462f0fe10ae" providerId="LiveId" clId="{60FE8FE3-70CC-4376-BF60-BA975CA4AA45}" dt="2026-03-12T03:41:53.811" v="507" actId="1076"/>
        <pc:sldMkLst>
          <pc:docMk/>
          <pc:sldMk cId="2755621587" sldId="354"/>
        </pc:sldMkLst>
        <pc:picChg chg="add mod">
          <ac:chgData name="Nehasree Padamati" userId="f9acd462f0fe10ae" providerId="LiveId" clId="{60FE8FE3-70CC-4376-BF60-BA975CA4AA45}" dt="2026-03-12T03:41:34.348" v="499" actId="14100"/>
          <ac:picMkLst>
            <pc:docMk/>
            <pc:sldMk cId="2755621587" sldId="354"/>
            <ac:picMk id="7" creationId="{C2FE2597-F7BD-2E47-AEAC-BA850A31F59F}"/>
          </ac:picMkLst>
        </pc:picChg>
        <pc:picChg chg="add del mod">
          <ac:chgData name="Nehasree Padamati" userId="f9acd462f0fe10ae" providerId="LiveId" clId="{60FE8FE3-70CC-4376-BF60-BA975CA4AA45}" dt="2026-03-12T03:41:39.463" v="502" actId="478"/>
          <ac:picMkLst>
            <pc:docMk/>
            <pc:sldMk cId="2755621587" sldId="354"/>
            <ac:picMk id="9" creationId="{9DB64F0B-00F9-9F40-9CE9-E28E91C42FEA}"/>
          </ac:picMkLst>
        </pc:picChg>
        <pc:picChg chg="add mod">
          <ac:chgData name="Nehasree Padamati" userId="f9acd462f0fe10ae" providerId="LiveId" clId="{60FE8FE3-70CC-4376-BF60-BA975CA4AA45}" dt="2026-03-12T03:41:53.811" v="507" actId="1076"/>
          <ac:picMkLst>
            <pc:docMk/>
            <pc:sldMk cId="2755621587" sldId="354"/>
            <ac:picMk id="11" creationId="{88DD26A8-4327-F6B5-A0B5-EBD60C4796A7}"/>
          </ac:picMkLst>
        </pc:picChg>
      </pc:sldChg>
      <pc:sldChg chg="addSp modSp add mod">
        <pc:chgData name="Nehasree Padamati" userId="f9acd462f0fe10ae" providerId="LiveId" clId="{60FE8FE3-70CC-4376-BF60-BA975CA4AA45}" dt="2026-03-12T03:08:25.832" v="430" actId="14100"/>
        <pc:sldMkLst>
          <pc:docMk/>
          <pc:sldMk cId="364831730" sldId="355"/>
        </pc:sldMkLst>
        <pc:spChg chg="mod">
          <ac:chgData name="Nehasree Padamati" userId="f9acd462f0fe10ae" providerId="LiveId" clId="{60FE8FE3-70CC-4376-BF60-BA975CA4AA45}" dt="2026-03-11T17:45:55.350" v="383"/>
          <ac:spMkLst>
            <pc:docMk/>
            <pc:sldMk cId="364831730" sldId="355"/>
            <ac:spMk id="4" creationId="{78E7B79E-E47A-128B-4F6B-D1F3B975855F}"/>
          </ac:spMkLst>
        </pc:spChg>
        <pc:picChg chg="add mod">
          <ac:chgData name="Nehasree Padamati" userId="f9acd462f0fe10ae" providerId="LiveId" clId="{60FE8FE3-70CC-4376-BF60-BA975CA4AA45}" dt="2026-03-12T03:08:25.832" v="430" actId="14100"/>
          <ac:picMkLst>
            <pc:docMk/>
            <pc:sldMk cId="364831730" sldId="355"/>
            <ac:picMk id="3" creationId="{92620FE2-83C0-700D-696F-BF4EF12F9DAB}"/>
          </ac:picMkLst>
        </pc:picChg>
      </pc:sldChg>
      <pc:sldChg chg="addSp delSp modSp add mod">
        <pc:chgData name="Nehasree Padamati" userId="f9acd462f0fe10ae" providerId="LiveId" clId="{60FE8FE3-70CC-4376-BF60-BA975CA4AA45}" dt="2026-03-12T03:10:03.298" v="443" actId="14100"/>
        <pc:sldMkLst>
          <pc:docMk/>
          <pc:sldMk cId="3987061521" sldId="356"/>
        </pc:sldMkLst>
        <pc:spChg chg="mod">
          <ac:chgData name="Nehasree Padamati" userId="f9acd462f0fe10ae" providerId="LiveId" clId="{60FE8FE3-70CC-4376-BF60-BA975CA4AA45}" dt="2026-03-11T17:46:10.817" v="384"/>
          <ac:spMkLst>
            <pc:docMk/>
            <pc:sldMk cId="3987061521" sldId="356"/>
            <ac:spMk id="4" creationId="{33E640E5-1780-1C16-3FE1-6FD9B5CE8CF5}"/>
          </ac:spMkLst>
        </pc:spChg>
        <pc:picChg chg="add del mod">
          <ac:chgData name="Nehasree Padamati" userId="f9acd462f0fe10ae" providerId="LiveId" clId="{60FE8FE3-70CC-4376-BF60-BA975CA4AA45}" dt="2026-03-12T03:09:24.986" v="436" actId="478"/>
          <ac:picMkLst>
            <pc:docMk/>
            <pc:sldMk cId="3987061521" sldId="356"/>
            <ac:picMk id="3" creationId="{7A554EC6-9029-F5EB-2296-EDC3916FEBC1}"/>
          </ac:picMkLst>
        </pc:picChg>
        <pc:picChg chg="add del mod">
          <ac:chgData name="Nehasree Padamati" userId="f9acd462f0fe10ae" providerId="LiveId" clId="{60FE8FE3-70CC-4376-BF60-BA975CA4AA45}" dt="2026-03-12T03:09:24.986" v="436" actId="478"/>
          <ac:picMkLst>
            <pc:docMk/>
            <pc:sldMk cId="3987061521" sldId="356"/>
            <ac:picMk id="10" creationId="{5DD89D19-7046-9769-92B7-3C8449B9267C}"/>
          </ac:picMkLst>
        </pc:picChg>
        <pc:picChg chg="add mod">
          <ac:chgData name="Nehasree Padamati" userId="f9acd462f0fe10ae" providerId="LiveId" clId="{60FE8FE3-70CC-4376-BF60-BA975CA4AA45}" dt="2026-03-12T03:10:00.858" v="442" actId="14100"/>
          <ac:picMkLst>
            <pc:docMk/>
            <pc:sldMk cId="3987061521" sldId="356"/>
            <ac:picMk id="12" creationId="{39D3769E-2106-0B10-DED3-A7C0C524EAB5}"/>
          </ac:picMkLst>
        </pc:picChg>
        <pc:picChg chg="add mod">
          <ac:chgData name="Nehasree Padamati" userId="f9acd462f0fe10ae" providerId="LiveId" clId="{60FE8FE3-70CC-4376-BF60-BA975CA4AA45}" dt="2026-03-12T03:10:03.298" v="443" actId="14100"/>
          <ac:picMkLst>
            <pc:docMk/>
            <pc:sldMk cId="3987061521" sldId="356"/>
            <ac:picMk id="14" creationId="{909CE7B2-15FF-ADE7-62F5-5CA21E4152FE}"/>
          </ac:picMkLst>
        </pc:picChg>
      </pc:sldChg>
      <pc:sldChg chg="addSp modSp add mod">
        <pc:chgData name="Nehasree Padamati" userId="f9acd462f0fe10ae" providerId="LiveId" clId="{60FE8FE3-70CC-4376-BF60-BA975CA4AA45}" dt="2026-03-12T03:10:33.287" v="447" actId="1076"/>
        <pc:sldMkLst>
          <pc:docMk/>
          <pc:sldMk cId="536085427" sldId="357"/>
        </pc:sldMkLst>
        <pc:spChg chg="mod">
          <ac:chgData name="Nehasree Padamati" userId="f9acd462f0fe10ae" providerId="LiveId" clId="{60FE8FE3-70CC-4376-BF60-BA975CA4AA45}" dt="2026-03-11T17:46:21.613" v="385"/>
          <ac:spMkLst>
            <pc:docMk/>
            <pc:sldMk cId="536085427" sldId="357"/>
            <ac:spMk id="4" creationId="{3D94EDDE-00D7-5285-7692-82F6FCBBAC88}"/>
          </ac:spMkLst>
        </pc:spChg>
        <pc:picChg chg="add mod">
          <ac:chgData name="Nehasree Padamati" userId="f9acd462f0fe10ae" providerId="LiveId" clId="{60FE8FE3-70CC-4376-BF60-BA975CA4AA45}" dt="2026-03-12T03:10:33.287" v="447" actId="1076"/>
          <ac:picMkLst>
            <pc:docMk/>
            <pc:sldMk cId="536085427" sldId="357"/>
            <ac:picMk id="3" creationId="{19706B56-61CA-720F-7FEF-90FE229319C2}"/>
          </ac:picMkLst>
        </pc:picChg>
      </pc:sldChg>
      <pc:sldChg chg="add del">
        <pc:chgData name="Nehasree Padamati" userId="f9acd462f0fe10ae" providerId="LiveId" clId="{60FE8FE3-70CC-4376-BF60-BA975CA4AA45}" dt="2026-03-12T03:41:56.452" v="508" actId="47"/>
        <pc:sldMkLst>
          <pc:docMk/>
          <pc:sldMk cId="2058563948" sldId="358"/>
        </pc:sldMkLst>
      </pc:sldChg>
      <pc:sldChg chg="add del">
        <pc:chgData name="Nehasree Padamati" userId="f9acd462f0fe10ae" providerId="LiveId" clId="{60FE8FE3-70CC-4376-BF60-BA975CA4AA45}" dt="2026-03-12T03:41:57.305" v="509" actId="47"/>
        <pc:sldMkLst>
          <pc:docMk/>
          <pc:sldMk cId="1128798822" sldId="359"/>
        </pc:sldMkLst>
      </pc:sld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3/12/2026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3/12/2026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3BF734CB-DFAB-944A-8037-9643745D8F20}" type="datetime1">
              <a:rPr lang="en-IN" smtClean="0"/>
              <a:t>12-03-2026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9C5272DB-0103-AF4C-A22D-07421EC406AD}" type="datetime1">
              <a:rPr lang="en-IN" smtClean="0"/>
              <a:t>12-03-2026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6918335F-2E5B-B14E-9706-E237C81E4155}" type="datetime1">
              <a:rPr lang="en-IN" smtClean="0"/>
              <a:t>12-03-2026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15BD6649-7156-A341-B9F2-F045B7551E13}" type="datetime1">
              <a:rPr lang="en-IN" smtClean="0"/>
              <a:t>12-03-2026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C9977CD1-E97C-BA41-8E49-9F39B98FFBE8}" type="datetime1">
              <a:rPr lang="en-IN" smtClean="0"/>
              <a:t>12-03-2026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F3DDBCA1-9406-7A44-8A76-1046B4040777}" type="datetime1">
              <a:rPr lang="en-IN" smtClean="0"/>
              <a:t>12-03-2026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173030211           Department of CSE</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C7FB085D-B69B-9C45-93A5-77F47F2F6792}" type="datetime1">
              <a:rPr lang="en-IN" smtClean="0"/>
              <a:t>12-03-2026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173030211           Department of CSE</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C61B69B7-E8EF-6346-9390-671C5B22ACF3}" type="datetime1">
              <a:rPr lang="en-IN" smtClean="0"/>
              <a:t>12-03-2026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B920709D-BF3C-5743-B60D-B01C16014A7B}" type="datetime1">
              <a:rPr lang="en-IN" smtClean="0"/>
              <a:t>12-03-2026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B04444B0-6575-954F-AAA2-CB0D0417F745}" type="datetime1">
              <a:rPr lang="en-IN" smtClean="0"/>
              <a:t>12-03-2026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6DE7A436-9AA5-6C4B-AFF1-C34F60A9AB89}" type="datetime1">
              <a:rPr lang="en-IN" smtClean="0"/>
              <a:t>12-03-2026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6BF141C7-EF5A-1D4A-89F0-79C7DE818D53}" type="datetime1">
              <a:rPr lang="en-IN" smtClean="0"/>
              <a:t>12-03-2026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8C868A0C-C998-984C-ABE3-A33473D7CABD}" type="datetime1">
              <a:rPr lang="en-IN" smtClean="0"/>
              <a:t>12-03-2026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BDD2EF84-6667-8447-AC88-082F9D71D82C}" type="datetime1">
              <a:rPr lang="en-IN" smtClean="0"/>
              <a:t>12-03-2026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61563FD6-5C64-304A-9680-469E8D83D1BF}" type="datetime1">
              <a:rPr lang="en-IN" smtClean="0"/>
              <a:t>12-03-2026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D93985EC-8C41-0649-B43C-28421C497AA5}" type="datetime1">
              <a:rPr lang="en-IN" smtClean="0"/>
              <a:t>12-03-2026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85D85A-3465-384D-962A-D11BB8B39525}" type="datetime1">
              <a:rPr lang="en-IN" smtClean="0"/>
              <a:t>12-03-2026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F4C6E9-161C-B44B-AD70-8813DADCDED1}" type="datetime1">
              <a:rPr lang="en-IN" smtClean="0"/>
              <a:t>12-03-2026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494057" y="136525"/>
            <a:ext cx="11543614" cy="1128381"/>
          </a:xfrm>
        </p:spPr>
        <p:txBody>
          <a:bodyPr>
            <a:noAutofit/>
          </a:bodyPr>
          <a:lstStyle/>
          <a:p>
            <a:pPr algn="ctr">
              <a:lnSpc>
                <a:spcPct val="100000"/>
              </a:lnSpc>
            </a:pPr>
            <a:r>
              <a:rPr lang="en-US" sz="2400" dirty="0">
                <a:solidFill>
                  <a:srgbClr val="0070C0"/>
                </a:solidFill>
                <a:latin typeface="+mn-lt"/>
                <a:cs typeface="Times New Roman" panose="02020603050405020304" pitchFamily="18" charset="0"/>
              </a:rPr>
              <a:t>TITLE :TRACKING DEVELOPER PRODUCTIVITY AND PERFORMACE</a:t>
            </a:r>
            <a:endParaRPr lang="en-US" sz="2400" dirty="0">
              <a:solidFill>
                <a:srgbClr val="FF0000"/>
              </a:solidFill>
              <a:latin typeface="+mn-lt"/>
              <a:cs typeface="Times New Roman" panose="02020603050405020304" pitchFamily="18" charset="0"/>
            </a:endParaRPr>
          </a:p>
        </p:txBody>
      </p:sp>
      <p:sp>
        <p:nvSpPr>
          <p:cNvPr id="3" name="Content Placeholder 2">
            <a:extLst>
              <a:ext uri="{FF2B5EF4-FFF2-40B4-BE49-F238E27FC236}">
                <a16:creationId xmlns:a16="http://schemas.microsoft.com/office/drawing/2014/main" id="{7AEAE0CE-45A1-A1FF-31F4-66CECAEF3059}"/>
              </a:ext>
            </a:extLst>
          </p:cNvPr>
          <p:cNvSpPr>
            <a:spLocks noGrp="1"/>
          </p:cNvSpPr>
          <p:nvPr>
            <p:ph sz="half" idx="1"/>
          </p:nvPr>
        </p:nvSpPr>
        <p:spPr>
          <a:xfrm>
            <a:off x="838200" y="1150130"/>
            <a:ext cx="10515600" cy="1566701"/>
          </a:xfrm>
        </p:spPr>
        <p:txBody>
          <a:bodyPr>
            <a:normAutofit fontScale="25000" lnSpcReduction="20000"/>
          </a:bodyPr>
          <a:lstStyle/>
          <a:p>
            <a:pPr marL="0" indent="0" algn="ctr">
              <a:buNone/>
            </a:pPr>
            <a:r>
              <a:rPr lang="en-US" sz="9600" dirty="0">
                <a:latin typeface="Times New Roman" panose="02020603050405020304" pitchFamily="18" charset="0"/>
                <a:cs typeface="Times New Roman" panose="02020603050405020304" pitchFamily="18" charset="0"/>
              </a:rPr>
              <a:t>Student Name: Nehasree Padamati</a:t>
            </a:r>
          </a:p>
          <a:p>
            <a:pPr marL="0" indent="0" algn="ctr">
              <a:buNone/>
            </a:pPr>
            <a:r>
              <a:rPr lang="en-US" sz="9600" dirty="0">
                <a:latin typeface="Times New Roman" panose="02020603050405020304" pitchFamily="18" charset="0"/>
                <a:cs typeface="Times New Roman" panose="02020603050405020304" pitchFamily="18" charset="0"/>
              </a:rPr>
              <a:t>Student ID: 2520030174</a:t>
            </a:r>
            <a:endParaRPr lang="en-US" sz="2400" dirty="0">
              <a:latin typeface="Times New Roman" panose="02020603050405020304" pitchFamily="18" charset="0"/>
              <a:cs typeface="Times New Roman" panose="02020603050405020304" pitchFamily="18" charset="0"/>
            </a:endParaRPr>
          </a:p>
          <a:p>
            <a:pPr marL="0" indent="0" algn="ctr">
              <a:buNone/>
            </a:pPr>
            <a:r>
              <a:rPr lang="en-US" sz="11200" dirty="0">
                <a:latin typeface="Times New Roman" panose="02020603050405020304" pitchFamily="18" charset="0"/>
                <a:cs typeface="Times New Roman" panose="02020603050405020304" pitchFamily="18" charset="0"/>
              </a:rPr>
              <a:t>Cluster:02</a:t>
            </a:r>
          </a:p>
          <a:p>
            <a:pPr marL="0" indent="0" algn="ctr">
              <a:buNone/>
            </a:pPr>
            <a:r>
              <a:rPr lang="en-US" sz="11200" dirty="0">
                <a:latin typeface="Times New Roman" panose="02020603050405020304" pitchFamily="18" charset="0"/>
                <a:cs typeface="Times New Roman" panose="02020603050405020304" pitchFamily="18" charset="0"/>
              </a:rPr>
              <a:t>Section: 06</a:t>
            </a: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fld id="{D4ABCEED-36AB-D94A-B562-4D3E096B39D1}" type="datetime1">
              <a:rPr lang="en-IN" smtClean="0"/>
              <a:t>12-03-2026</a:t>
            </a:fld>
            <a:endParaRPr lang="en-US"/>
          </a:p>
        </p:txBody>
      </p:sp>
      <p:pic>
        <p:nvPicPr>
          <p:cNvPr id="12" name="Picture 11" descr="A picture containing shape&#10;&#10;Description automatically generated">
            <a:extLst>
              <a:ext uri="{FF2B5EF4-FFF2-40B4-BE49-F238E27FC236}">
                <a16:creationId xmlns:a16="http://schemas.microsoft.com/office/drawing/2014/main" id="{22EBCDF0-8C0C-C908-85EA-FD8A72825B21}"/>
              </a:ext>
            </a:extLst>
          </p:cNvPr>
          <p:cNvPicPr>
            <a:picLocks noChangeAspect="1"/>
          </p:cNvPicPr>
          <p:nvPr/>
        </p:nvPicPr>
        <p:blipFill>
          <a:blip r:embed="rId2"/>
          <a:stretch>
            <a:fillRect/>
          </a:stretch>
        </p:blipFill>
        <p:spPr>
          <a:xfrm>
            <a:off x="5403008" y="5425372"/>
            <a:ext cx="1725712" cy="930978"/>
          </a:xfrm>
          <a:prstGeom prst="rect">
            <a:avLst/>
          </a:prstGeom>
        </p:spPr>
      </p:pic>
      <p:sp>
        <p:nvSpPr>
          <p:cNvPr id="13" name="Content Placeholder 3">
            <a:extLst>
              <a:ext uri="{FF2B5EF4-FFF2-40B4-BE49-F238E27FC236}">
                <a16:creationId xmlns:a16="http://schemas.microsoft.com/office/drawing/2014/main" id="{3F9DE7D0-41AC-90DD-3065-235240261B1B}"/>
              </a:ext>
            </a:extLst>
          </p:cNvPr>
          <p:cNvSpPr txBox="1">
            <a:spLocks/>
          </p:cNvSpPr>
          <p:nvPr/>
        </p:nvSpPr>
        <p:spPr>
          <a:xfrm>
            <a:off x="838200" y="3332480"/>
            <a:ext cx="11199471" cy="1571945"/>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8600" dirty="0">
                <a:latin typeface="Times New Roman" panose="02020603050405020304" pitchFamily="18" charset="0"/>
                <a:cs typeface="Times New Roman" panose="02020603050405020304" pitchFamily="18" charset="0"/>
              </a:rPr>
              <a:t>Under the Guidance </a:t>
            </a:r>
          </a:p>
          <a:p>
            <a:pPr marL="0" indent="0" algn="ctr">
              <a:buNone/>
            </a:pPr>
            <a:r>
              <a:rPr lang="en-US" sz="8600" dirty="0">
                <a:latin typeface="Times New Roman" panose="02020603050405020304" pitchFamily="18" charset="0"/>
                <a:cs typeface="Times New Roman" panose="02020603050405020304" pitchFamily="18" charset="0"/>
              </a:rPr>
              <a:t>of </a:t>
            </a:r>
            <a:endParaRPr lang="en-US" sz="8600" dirty="0">
              <a:solidFill>
                <a:srgbClr val="00B050"/>
              </a:solidFill>
              <a:latin typeface="Times New Roman" panose="02020603050405020304" pitchFamily="18" charset="0"/>
              <a:cs typeface="Times New Roman" panose="02020603050405020304" pitchFamily="18" charset="0"/>
            </a:endParaRPr>
          </a:p>
          <a:p>
            <a:pPr marL="0" indent="0" algn="ctr">
              <a:buNone/>
            </a:pPr>
            <a:r>
              <a:rPr lang="en-US" sz="8600" dirty="0">
                <a:solidFill>
                  <a:srgbClr val="00B050"/>
                </a:solidFill>
                <a:latin typeface="Times New Roman" panose="02020603050405020304" pitchFamily="18" charset="0"/>
                <a:cs typeface="Times New Roman" panose="02020603050405020304" pitchFamily="18" charset="0"/>
              </a:rPr>
              <a:t>Supervisor Name: Y.ASHOK</a:t>
            </a:r>
          </a:p>
          <a:p>
            <a:pPr marL="0" indent="0" algn="ctr">
              <a:buNone/>
            </a:pPr>
            <a:r>
              <a:rPr lang="en-US" sz="8600" dirty="0">
                <a:solidFill>
                  <a:srgbClr val="00B050"/>
                </a:solidFill>
                <a:latin typeface="Times New Roman" panose="02020603050405020304" pitchFamily="18" charset="0"/>
                <a:cs typeface="Times New Roman" panose="02020603050405020304" pitchFamily="18" charset="0"/>
              </a:rPr>
              <a:t>Assistant Professor</a:t>
            </a:r>
          </a:p>
          <a:p>
            <a:pPr marL="0" indent="0" algn="ctr">
              <a:buNone/>
            </a:pPr>
            <a:r>
              <a:rPr lang="en-US" sz="8600" dirty="0">
                <a:solidFill>
                  <a:srgbClr val="00B050"/>
                </a:solidFill>
                <a:latin typeface="Times New Roman" panose="02020603050405020304" pitchFamily="18" charset="0"/>
                <a:cs typeface="Times New Roman" panose="02020603050405020304" pitchFamily="18" charset="0"/>
              </a:rPr>
              <a:t>Department of CSE</a:t>
            </a:r>
          </a:p>
          <a:p>
            <a:pPr marL="0" indent="0">
              <a:buFont typeface="Arial" panose="020B0604020202020204" pitchFamily="34" charset="0"/>
              <a:buNone/>
            </a:pPr>
            <a:endParaRPr lang="en-US" sz="2400" dirty="0">
              <a:solidFill>
                <a:srgbClr val="00B050"/>
              </a:solidFill>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8A4C03D2-3952-BF4D-18CA-C2C8547E2A2A}"/>
              </a:ext>
            </a:extLst>
          </p:cNvPr>
          <p:cNvSpPr>
            <a:spLocks noGrp="1"/>
          </p:cNvSpPr>
          <p:nvPr>
            <p:ph type="sldNum" sz="quarter" idx="12"/>
          </p:nvPr>
        </p:nvSpPr>
        <p:spPr/>
        <p:txBody>
          <a:bodyPr/>
          <a:lstStyle/>
          <a:p>
            <a:fld id="{B961B71F-4B40-8942-BB88-E0F5C0B46E10}" type="slidenum">
              <a:rPr lang="en-US" smtClean="0"/>
              <a:t>1</a:t>
            </a:fld>
            <a:endParaRPr lang="en-US"/>
          </a:p>
        </p:txBody>
      </p:sp>
    </p:spTree>
    <p:extLst>
      <p:ext uri="{BB962C8B-B14F-4D97-AF65-F5344CB8AC3E}">
        <p14:creationId xmlns:p14="http://schemas.microsoft.com/office/powerpoint/2010/main" val="10170163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0"/>
            <a:ext cx="10173182" cy="1128009"/>
          </a:xfrm>
        </p:spPr>
        <p:txBody>
          <a:bodyPr/>
          <a:lstStyle/>
          <a:p>
            <a:pPr algn="ctr"/>
            <a:r>
              <a:rPr lang="en-US" b="1" dirty="0">
                <a:latin typeface="+mn-lt"/>
                <a:cs typeface="Times New Roman" panose="02020603050405020304" pitchFamily="18" charset="0"/>
              </a:rPr>
              <a:t>OUTLINE</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493134"/>
            <a:ext cx="10515600" cy="4683829"/>
          </a:xfrm>
        </p:spPr>
        <p:txBody>
          <a:bodyPr>
            <a:normAutofit/>
          </a:bodyPr>
          <a:lstStyle/>
          <a:p>
            <a:pPr marL="514350" indent="-514350">
              <a:buFont typeface="+mj-lt"/>
              <a:buAutoNum type="arabicPeriod"/>
            </a:pPr>
            <a:r>
              <a:rPr lang="en-IN" sz="2000" dirty="0">
                <a:latin typeface="Times New Roman" panose="02020603050405020304" pitchFamily="18" charset="0"/>
                <a:cs typeface="Times New Roman" panose="02020603050405020304" pitchFamily="18" charset="0"/>
              </a:rPr>
              <a:t>Abstract</a:t>
            </a:r>
          </a:p>
          <a:p>
            <a:pPr marL="514350" indent="-514350">
              <a:buFont typeface="+mj-lt"/>
              <a:buAutoNum type="arabicPeriod"/>
            </a:pPr>
            <a:r>
              <a:rPr lang="en-IN" sz="2000" dirty="0">
                <a:latin typeface="Times New Roman" panose="02020603050405020304" pitchFamily="18" charset="0"/>
                <a:cs typeface="Times New Roman" panose="02020603050405020304" pitchFamily="18" charset="0"/>
              </a:rPr>
              <a:t>Existing System </a:t>
            </a:r>
          </a:p>
          <a:p>
            <a:pPr marL="514350" indent="-514350">
              <a:buFont typeface="+mj-lt"/>
              <a:buAutoNum type="arabicPeriod"/>
            </a:pPr>
            <a:r>
              <a:rPr lang="en-IN" sz="2000" dirty="0">
                <a:latin typeface="Times New Roman" panose="02020603050405020304" pitchFamily="18" charset="0"/>
                <a:cs typeface="Times New Roman" panose="02020603050405020304" pitchFamily="18" charset="0"/>
              </a:rPr>
              <a:t>Proposed System</a:t>
            </a:r>
          </a:p>
          <a:p>
            <a:pPr marL="514350" indent="-514350">
              <a:buFont typeface="+mj-lt"/>
              <a:buAutoNum type="arabicPeriod"/>
            </a:pPr>
            <a:r>
              <a:rPr lang="en-IN" sz="2000" dirty="0">
                <a:latin typeface="Times New Roman" panose="02020603050405020304" pitchFamily="18" charset="0"/>
                <a:cs typeface="Times New Roman" panose="02020603050405020304" pitchFamily="18" charset="0"/>
              </a:rPr>
              <a:t>System Architecture</a:t>
            </a:r>
          </a:p>
          <a:p>
            <a:pPr marL="514350" indent="-514350">
              <a:buFont typeface="+mj-lt"/>
              <a:buAutoNum type="arabicPeriod"/>
            </a:pPr>
            <a:r>
              <a:rPr lang="en-IN" sz="2000" dirty="0">
                <a:latin typeface="Times New Roman" panose="02020603050405020304" pitchFamily="18" charset="0"/>
                <a:cs typeface="Times New Roman" panose="02020603050405020304" pitchFamily="18" charset="0"/>
              </a:rPr>
              <a:t>Project Modules</a:t>
            </a:r>
          </a:p>
          <a:p>
            <a:pPr marL="514350" indent="-514350">
              <a:buFont typeface="+mj-lt"/>
              <a:buAutoNum type="arabicPeriod"/>
            </a:pPr>
            <a:r>
              <a:rPr lang="en-IN" sz="2000" dirty="0">
                <a:latin typeface="Times New Roman" panose="02020603050405020304" pitchFamily="18" charset="0"/>
                <a:cs typeface="Times New Roman" panose="02020603050405020304" pitchFamily="18" charset="0"/>
              </a:rPr>
              <a:t>Objectives </a:t>
            </a:r>
          </a:p>
          <a:p>
            <a:pPr marL="514350" indent="-514350">
              <a:buFont typeface="+mj-lt"/>
              <a:buAutoNum type="arabicPeriod"/>
            </a:pPr>
            <a:r>
              <a:rPr lang="en-IN" sz="2000" dirty="0">
                <a:latin typeface="Times New Roman" panose="02020603050405020304" pitchFamily="18" charset="0"/>
                <a:cs typeface="Times New Roman" panose="02020603050405020304" pitchFamily="18" charset="0"/>
              </a:rPr>
              <a:t>Co’s Attainments - DSA</a:t>
            </a:r>
          </a:p>
          <a:p>
            <a:pPr marL="971550" lvl="1" indent="-514350">
              <a:buFont typeface="+mj-lt"/>
              <a:buAutoNum type="arabicPeriod"/>
            </a:pPr>
            <a:r>
              <a:rPr lang="en-IN" sz="1600" dirty="0">
                <a:latin typeface="Times New Roman" panose="02020603050405020304" pitchFamily="18" charset="0"/>
                <a:cs typeface="Times New Roman" panose="02020603050405020304" pitchFamily="18" charset="0"/>
              </a:rPr>
              <a:t>Co1</a:t>
            </a:r>
          </a:p>
          <a:p>
            <a:pPr marL="971550" lvl="1" indent="-514350">
              <a:buFont typeface="+mj-lt"/>
              <a:buAutoNum type="arabicPeriod"/>
            </a:pPr>
            <a:r>
              <a:rPr lang="en-IN" sz="1600" dirty="0">
                <a:latin typeface="Times New Roman" panose="02020603050405020304" pitchFamily="18" charset="0"/>
                <a:cs typeface="Times New Roman" panose="02020603050405020304" pitchFamily="18" charset="0"/>
              </a:rPr>
              <a:t>Co2 …….. 5. Co5</a:t>
            </a:r>
          </a:p>
          <a:p>
            <a:pPr marL="514350" indent="-514350">
              <a:buFont typeface="+mj-lt"/>
              <a:buAutoNum type="arabicPeriod"/>
            </a:pPr>
            <a:r>
              <a:rPr lang="en-IN" sz="2000" dirty="0">
                <a:latin typeface="Times New Roman" panose="02020603050405020304" pitchFamily="18" charset="0"/>
                <a:cs typeface="Times New Roman" panose="02020603050405020304" pitchFamily="18" charset="0"/>
              </a:rPr>
              <a:t>Screen Shots for FWD &amp; DSA</a:t>
            </a:r>
          </a:p>
          <a:p>
            <a:pPr marL="514350" indent="-514350">
              <a:buFont typeface="+mj-lt"/>
              <a:buAutoNum type="arabicPeriod"/>
            </a:pPr>
            <a:r>
              <a:rPr lang="en-IN" sz="2000" dirty="0">
                <a:latin typeface="Times New Roman" panose="02020603050405020304" pitchFamily="18" charset="0"/>
                <a:cs typeface="Times New Roman" panose="02020603050405020304" pitchFamily="18" charset="0"/>
              </a:rPr>
              <a:t>Conclusion</a:t>
            </a:r>
          </a:p>
          <a:p>
            <a:pPr marL="514350" indent="-514350">
              <a:buFont typeface="+mj-lt"/>
              <a:buAutoNum type="arabicPeriod"/>
            </a:pPr>
            <a:r>
              <a:rPr lang="en-IN" sz="2000" dirty="0">
                <a:latin typeface="Times New Roman" panose="02020603050405020304" pitchFamily="18" charset="0"/>
                <a:cs typeface="Times New Roman" panose="02020603050405020304" pitchFamily="18" charset="0"/>
              </a:rPr>
              <a:t>Geo-Tagged Photos</a:t>
            </a:r>
          </a:p>
          <a:p>
            <a:pPr marL="514350" indent="-514350">
              <a:buFont typeface="+mj-lt"/>
              <a:buAutoNum type="arabicPeriod"/>
            </a:pPr>
            <a:endParaRPr lang="en-IN"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5D381120-93CB-BF4D-9125-DC4781C9106A}" type="datetime1">
              <a:rPr lang="en-IN" smtClean="0"/>
              <a:t>12-03-2026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2</a:t>
            </a:fld>
            <a:endParaRPr lang="en-US"/>
          </a:p>
        </p:txBody>
      </p:sp>
    </p:spTree>
    <p:extLst>
      <p:ext uri="{BB962C8B-B14F-4D97-AF65-F5344CB8AC3E}">
        <p14:creationId xmlns:p14="http://schemas.microsoft.com/office/powerpoint/2010/main" val="3262393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009409" y="0"/>
            <a:ext cx="10173182" cy="1128009"/>
          </a:xfrm>
        </p:spPr>
        <p:txBody>
          <a:bodyPr/>
          <a:lstStyle/>
          <a:p>
            <a:pPr algn="ctr"/>
            <a:r>
              <a:rPr lang="en-US" b="1" dirty="0">
                <a:latin typeface="+mn-lt"/>
                <a:cs typeface="Times New Roman" panose="02020603050405020304" pitchFamily="18" charset="0"/>
              </a:rPr>
              <a:t>Abstract</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p:txBody>
          <a:bodyPr>
            <a:normAutofit/>
          </a:bodyPr>
          <a:lstStyle/>
          <a:p>
            <a:pPr marL="0" indent="0">
              <a:buNone/>
            </a:pPr>
            <a:r>
              <a:rPr lang="en-US" dirty="0" err="1"/>
              <a:t>DevTrack</a:t>
            </a:r>
            <a:r>
              <a:rPr lang="en-US" dirty="0"/>
              <a:t> is a Developer Productivity and Performance Tracking System that demonstrates the practical application of Data Structures and Algorithms. Developer records are stored and managed using a Singly Linked List. A Hash Table with Division Method and Separate Chaining enables fast lookup by Employee ID. A Stack maintains the activity log using LIFO, a Queue manages pending tasks using FIFO, and a Max Heap ranks top performers by review score. Searching is performed using Linear Search and Binary Search, while records are sorted using Bubble Sort, Selection Sort, and Insertion Sort.</a:t>
            </a:r>
            <a:endParaRPr lang="en-US"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3</a:t>
            </a:fld>
            <a:endParaRPr lang="en-US"/>
          </a:p>
        </p:txBody>
      </p:sp>
    </p:spTree>
    <p:extLst>
      <p:ext uri="{BB962C8B-B14F-4D97-AF65-F5344CB8AC3E}">
        <p14:creationId xmlns:p14="http://schemas.microsoft.com/office/powerpoint/2010/main" val="27157837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009409" y="10561"/>
            <a:ext cx="10173182" cy="1128009"/>
          </a:xfrm>
        </p:spPr>
        <p:txBody>
          <a:bodyPr/>
          <a:lstStyle/>
          <a:p>
            <a:pPr algn="ctr"/>
            <a:r>
              <a:rPr lang="en-US" b="1" dirty="0">
                <a:latin typeface="+mn-lt"/>
                <a:cs typeface="Times New Roman" panose="02020603050405020304" pitchFamily="18" charset="0"/>
              </a:rPr>
              <a:t>Existing System </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540373"/>
            <a:ext cx="6731000" cy="4351338"/>
          </a:xfrm>
        </p:spPr>
        <p:txBody>
          <a:bodyPr>
            <a:normAutofit fontScale="77500" lnSpcReduction="20000"/>
          </a:bodyPr>
          <a:lstStyle/>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 Characteristics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Developer data stored in spreadsheets or documents</a:t>
            </a:r>
          </a:p>
          <a:p>
            <a:r>
              <a:rPr lang="en-US" dirty="0">
                <a:latin typeface="Times New Roman" panose="02020603050405020304" pitchFamily="18" charset="0"/>
                <a:cs typeface="Times New Roman" panose="02020603050405020304" pitchFamily="18" charset="0"/>
              </a:rPr>
              <a:t>Information managed manually by managers</a:t>
            </a:r>
          </a:p>
          <a:p>
            <a:r>
              <a:rPr lang="en-US" dirty="0">
                <a:latin typeface="Times New Roman" panose="02020603050405020304" pitchFamily="18" charset="0"/>
                <a:cs typeface="Times New Roman" panose="02020603050405020304" pitchFamily="18" charset="0"/>
              </a:rPr>
              <a:t>Difficult to maintain large employee records</a:t>
            </a:r>
          </a:p>
          <a:p>
            <a:r>
              <a:rPr lang="en-US" dirty="0">
                <a:latin typeface="Times New Roman" panose="02020603050405020304" pitchFamily="18" charset="0"/>
                <a:cs typeface="Times New Roman" panose="02020603050405020304" pitchFamily="18" charset="0"/>
              </a:rPr>
              <a:t>Limited accessibility and data organization</a:t>
            </a:r>
          </a:p>
          <a:p>
            <a:pPr>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 Problems in Existing System</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Manual data entry increases human errors</a:t>
            </a:r>
          </a:p>
          <a:p>
            <a:r>
              <a:rPr lang="en-US" dirty="0">
                <a:latin typeface="Times New Roman" panose="02020603050405020304" pitchFamily="18" charset="0"/>
                <a:cs typeface="Times New Roman" panose="02020603050405020304" pitchFamily="18" charset="0"/>
              </a:rPr>
              <a:t>No centralized interface to manage developers</a:t>
            </a:r>
          </a:p>
          <a:p>
            <a:r>
              <a:rPr lang="en-US" dirty="0">
                <a:latin typeface="Times New Roman" panose="02020603050405020304" pitchFamily="18" charset="0"/>
                <a:cs typeface="Times New Roman" panose="02020603050405020304" pitchFamily="18" charset="0"/>
              </a:rPr>
              <a:t>Difficult to track developer performance or information</a:t>
            </a:r>
          </a:p>
          <a:p>
            <a:r>
              <a:rPr lang="en-US" dirty="0">
                <a:latin typeface="Times New Roman" panose="02020603050405020304" pitchFamily="18" charset="0"/>
                <a:cs typeface="Times New Roman" panose="02020603050405020304" pitchFamily="18" charset="0"/>
              </a:rPr>
              <a:t>Data retrieval takes more time</a:t>
            </a:r>
          </a:p>
          <a:p>
            <a:r>
              <a:rPr lang="en-US" dirty="0">
                <a:latin typeface="Times New Roman" panose="02020603050405020304" pitchFamily="18" charset="0"/>
                <a:cs typeface="Times New Roman" panose="02020603050405020304" pitchFamily="18" charset="0"/>
              </a:rPr>
              <a:t>Lack of structured reporting or dashboard view</a:t>
            </a:r>
          </a:p>
          <a:p>
            <a:pPr marL="457200" lvl="1" indent="-339725" algn="just"/>
            <a:endParaRPr lang="en-US"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2CB9F02-6AB8-A348-9013-8FCBB8174821}" type="datetime1">
              <a:rPr lang="en-IN" smtClean="0"/>
              <a:t>12-03-2026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4</a:t>
            </a:fld>
            <a:endParaRPr lang="en-US"/>
          </a:p>
        </p:txBody>
      </p:sp>
    </p:spTree>
    <p:extLst>
      <p:ext uri="{BB962C8B-B14F-4D97-AF65-F5344CB8AC3E}">
        <p14:creationId xmlns:p14="http://schemas.microsoft.com/office/powerpoint/2010/main" val="9308333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E7308-1D11-0801-FB87-8CFF8CD98E9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EAE696E-C5CB-1479-F98C-F7C2D0B7BED0}"/>
              </a:ext>
            </a:extLst>
          </p:cNvPr>
          <p:cNvSpPr>
            <a:spLocks noGrp="1"/>
          </p:cNvSpPr>
          <p:nvPr>
            <p:ph type="title"/>
          </p:nvPr>
        </p:nvSpPr>
        <p:spPr>
          <a:xfrm>
            <a:off x="1087312" y="19892"/>
            <a:ext cx="10173182" cy="1128009"/>
          </a:xfrm>
        </p:spPr>
        <p:txBody>
          <a:bodyPr/>
          <a:lstStyle/>
          <a:p>
            <a:pPr algn="ctr"/>
            <a:r>
              <a:rPr lang="en-US" b="1" dirty="0">
                <a:latin typeface="+mn-lt"/>
                <a:cs typeface="Times New Roman" panose="02020603050405020304" pitchFamily="18" charset="0"/>
              </a:rPr>
              <a:t>Proposed System</a:t>
            </a:r>
          </a:p>
        </p:txBody>
      </p:sp>
      <p:sp>
        <p:nvSpPr>
          <p:cNvPr id="9" name="Content Placeholder 8">
            <a:extLst>
              <a:ext uri="{FF2B5EF4-FFF2-40B4-BE49-F238E27FC236}">
                <a16:creationId xmlns:a16="http://schemas.microsoft.com/office/drawing/2014/main" id="{89135224-75FA-6942-7E71-50A315519F9D}"/>
              </a:ext>
            </a:extLst>
          </p:cNvPr>
          <p:cNvSpPr>
            <a:spLocks noGrp="1"/>
          </p:cNvSpPr>
          <p:nvPr>
            <p:ph idx="1"/>
          </p:nvPr>
        </p:nvSpPr>
        <p:spPr>
          <a:xfrm>
            <a:off x="838200" y="1642745"/>
            <a:ext cx="10515600" cy="4351338"/>
          </a:xfrm>
        </p:spPr>
        <p:txBody>
          <a:bodyPr>
            <a:normAutofit fontScale="77500" lnSpcReduction="20000"/>
          </a:bodyPr>
          <a:lstStyle/>
          <a:p>
            <a:pPr>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 Features of Proposed System</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Web-based interface for managing developer data</a:t>
            </a:r>
          </a:p>
          <a:p>
            <a:r>
              <a:rPr lang="en-IN" dirty="0">
                <a:latin typeface="Times New Roman" panose="02020603050405020304" pitchFamily="18" charset="0"/>
                <a:cs typeface="Times New Roman" panose="02020603050405020304" pitchFamily="18" charset="0"/>
              </a:rPr>
              <a:t>Dashboard for viewing developer information</a:t>
            </a:r>
          </a:p>
          <a:p>
            <a:r>
              <a:rPr lang="en-IN" dirty="0">
                <a:latin typeface="Times New Roman" panose="02020603050405020304" pitchFamily="18" charset="0"/>
                <a:cs typeface="Times New Roman" panose="02020603050405020304" pitchFamily="18" charset="0"/>
              </a:rPr>
              <a:t>Individual developer profile details</a:t>
            </a:r>
          </a:p>
          <a:p>
            <a:r>
              <a:rPr lang="en-IN" dirty="0">
                <a:latin typeface="Times New Roman" panose="02020603050405020304" pitchFamily="18" charset="0"/>
                <a:cs typeface="Times New Roman" panose="02020603050405020304" pitchFamily="18" charset="0"/>
              </a:rPr>
              <a:t>Data stored using browser </a:t>
            </a:r>
            <a:r>
              <a:rPr lang="en-IN" dirty="0" err="1">
                <a:latin typeface="Times New Roman" panose="02020603050405020304" pitchFamily="18" charset="0"/>
                <a:cs typeface="Times New Roman" panose="02020603050405020304" pitchFamily="18" charset="0"/>
              </a:rPr>
              <a:t>localStorage</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Simple and user-friendly interface</a:t>
            </a:r>
          </a:p>
          <a:p>
            <a:endParaRPr lang="en-IN"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 Benefits</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Faster data access</a:t>
            </a:r>
          </a:p>
          <a:p>
            <a:r>
              <a:rPr lang="en-IN" dirty="0">
                <a:latin typeface="Times New Roman" panose="02020603050405020304" pitchFamily="18" charset="0"/>
                <a:cs typeface="Times New Roman" panose="02020603050405020304" pitchFamily="18" charset="0"/>
              </a:rPr>
              <a:t>Organized developer records</a:t>
            </a:r>
          </a:p>
          <a:p>
            <a:r>
              <a:rPr lang="en-IN" dirty="0">
                <a:latin typeface="Times New Roman" panose="02020603050405020304" pitchFamily="18" charset="0"/>
                <a:cs typeface="Times New Roman" panose="02020603050405020304" pitchFamily="18" charset="0"/>
              </a:rPr>
              <a:t>Easy navigation between modules</a:t>
            </a:r>
          </a:p>
          <a:p>
            <a:r>
              <a:rPr lang="en-IN" dirty="0">
                <a:latin typeface="Times New Roman" panose="02020603050405020304" pitchFamily="18" charset="0"/>
                <a:cs typeface="Times New Roman" panose="02020603050405020304" pitchFamily="18" charset="0"/>
              </a:rPr>
              <a:t>Persistent storage using browser memory</a:t>
            </a:r>
          </a:p>
          <a:p>
            <a:endParaRPr lang="en-US"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DBF95472-1444-D525-21F0-49779A036CF4}"/>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F5E105F9-7400-1835-C4B4-B38C94DE631B}"/>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F9D399E1-BA43-10D5-C92A-C058676C1ABA}"/>
              </a:ext>
            </a:extLst>
          </p:cNvPr>
          <p:cNvSpPr>
            <a:spLocks noGrp="1"/>
          </p:cNvSpPr>
          <p:nvPr>
            <p:ph type="sldNum" sz="quarter" idx="12"/>
          </p:nvPr>
        </p:nvSpPr>
        <p:spPr/>
        <p:txBody>
          <a:bodyPr/>
          <a:lstStyle/>
          <a:p>
            <a:fld id="{B961B71F-4B40-8942-BB88-E0F5C0B46E10}" type="slidenum">
              <a:rPr lang="en-US" smtClean="0"/>
              <a:t>5</a:t>
            </a:fld>
            <a:endParaRPr lang="en-US"/>
          </a:p>
        </p:txBody>
      </p:sp>
    </p:spTree>
    <p:extLst>
      <p:ext uri="{BB962C8B-B14F-4D97-AF65-F5344CB8AC3E}">
        <p14:creationId xmlns:p14="http://schemas.microsoft.com/office/powerpoint/2010/main" val="32054848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A1740-4A22-BB35-FC5B-E9B78149554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17383E4-A635-5D2C-0BA9-6A9D4A506E92}"/>
              </a:ext>
            </a:extLst>
          </p:cNvPr>
          <p:cNvSpPr>
            <a:spLocks noGrp="1"/>
          </p:cNvSpPr>
          <p:nvPr>
            <p:ph type="title"/>
          </p:nvPr>
        </p:nvSpPr>
        <p:spPr>
          <a:xfrm>
            <a:off x="-638999" y="2621902"/>
            <a:ext cx="5697598" cy="1128009"/>
          </a:xfrm>
        </p:spPr>
        <p:txBody>
          <a:bodyPr>
            <a:normAutofit fontScale="90000"/>
          </a:bodyPr>
          <a:lstStyle/>
          <a:p>
            <a:pPr algn="ctr"/>
            <a:r>
              <a:rPr lang="en-US" b="1" dirty="0">
                <a:latin typeface="+mn-lt"/>
                <a:cs typeface="Times New Roman" panose="02020603050405020304" pitchFamily="18" charset="0"/>
              </a:rPr>
              <a:t>System </a:t>
            </a:r>
            <a:br>
              <a:rPr lang="en-US" b="1" dirty="0">
                <a:latin typeface="+mn-lt"/>
                <a:cs typeface="Times New Roman" panose="02020603050405020304" pitchFamily="18" charset="0"/>
              </a:rPr>
            </a:br>
            <a:r>
              <a:rPr lang="en-US" b="1" dirty="0">
                <a:latin typeface="+mn-lt"/>
                <a:cs typeface="Times New Roman" panose="02020603050405020304" pitchFamily="18" charset="0"/>
              </a:rPr>
              <a:t>Architecture</a:t>
            </a:r>
          </a:p>
        </p:txBody>
      </p:sp>
      <p:sp>
        <p:nvSpPr>
          <p:cNvPr id="5" name="Date Placeholder 4">
            <a:extLst>
              <a:ext uri="{FF2B5EF4-FFF2-40B4-BE49-F238E27FC236}">
                <a16:creationId xmlns:a16="http://schemas.microsoft.com/office/drawing/2014/main" id="{ABAD3843-97BD-682A-B84E-8FDB1825801E}"/>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8AA237BD-B76F-738D-5648-B271AAD57998}"/>
              </a:ext>
            </a:extLst>
          </p:cNvPr>
          <p:cNvSpPr>
            <a:spLocks noGrp="1"/>
          </p:cNvSpPr>
          <p:nvPr>
            <p:ph type="ftr" sz="quarter" idx="11"/>
          </p:nvPr>
        </p:nvSpPr>
        <p:spPr>
          <a:xfrm>
            <a:off x="6921759" y="6356349"/>
            <a:ext cx="4114800" cy="365125"/>
          </a:xfrm>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27B2409B-FFAD-25CD-834C-0C2CA4A71B30}"/>
              </a:ext>
            </a:extLst>
          </p:cNvPr>
          <p:cNvSpPr>
            <a:spLocks noGrp="1"/>
          </p:cNvSpPr>
          <p:nvPr>
            <p:ph type="sldNum" sz="quarter" idx="12"/>
          </p:nvPr>
        </p:nvSpPr>
        <p:spPr/>
        <p:txBody>
          <a:bodyPr/>
          <a:lstStyle/>
          <a:p>
            <a:fld id="{B961B71F-4B40-8942-BB88-E0F5C0B46E10}" type="slidenum">
              <a:rPr lang="en-US" smtClean="0"/>
              <a:t>6</a:t>
            </a:fld>
            <a:endParaRPr lang="en-US"/>
          </a:p>
        </p:txBody>
      </p:sp>
      <p:pic>
        <p:nvPicPr>
          <p:cNvPr id="4" name="Content Placeholder 3">
            <a:extLst>
              <a:ext uri="{FF2B5EF4-FFF2-40B4-BE49-F238E27FC236}">
                <a16:creationId xmlns:a16="http://schemas.microsoft.com/office/drawing/2014/main" id="{0CE8394C-7A11-751B-FC25-060E92F3B85A}"/>
              </a:ext>
            </a:extLst>
          </p:cNvPr>
          <p:cNvPicPr>
            <a:picLocks noGrp="1" noChangeAspect="1"/>
          </p:cNvPicPr>
          <p:nvPr>
            <p:ph idx="1"/>
          </p:nvPr>
        </p:nvPicPr>
        <p:blipFill>
          <a:blip r:embed="rId2"/>
          <a:stretch>
            <a:fillRect/>
          </a:stretch>
        </p:blipFill>
        <p:spPr>
          <a:xfrm>
            <a:off x="3677431" y="135162"/>
            <a:ext cx="4615928" cy="6606337"/>
          </a:xfrm>
          <a:prstGeom prst="rect">
            <a:avLst/>
          </a:prstGeom>
        </p:spPr>
      </p:pic>
    </p:spTree>
    <p:extLst>
      <p:ext uri="{BB962C8B-B14F-4D97-AF65-F5344CB8AC3E}">
        <p14:creationId xmlns:p14="http://schemas.microsoft.com/office/powerpoint/2010/main" val="34890111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03485-1CDC-6A29-86F1-EC5F9BB7E72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F8E0586-CE85-480D-585E-FCD3C3448CF2}"/>
              </a:ext>
            </a:extLst>
          </p:cNvPr>
          <p:cNvSpPr>
            <a:spLocks noGrp="1"/>
          </p:cNvSpPr>
          <p:nvPr>
            <p:ph type="title"/>
          </p:nvPr>
        </p:nvSpPr>
        <p:spPr>
          <a:xfrm>
            <a:off x="838200" y="10562"/>
            <a:ext cx="10173182" cy="1128009"/>
          </a:xfrm>
        </p:spPr>
        <p:txBody>
          <a:bodyPr/>
          <a:lstStyle/>
          <a:p>
            <a:pPr algn="ctr"/>
            <a:r>
              <a:rPr lang="en-US" b="1" dirty="0">
                <a:latin typeface="+mn-lt"/>
                <a:cs typeface="Times New Roman" panose="02020603050405020304" pitchFamily="18" charset="0"/>
              </a:rPr>
              <a:t>Project Modules</a:t>
            </a:r>
          </a:p>
        </p:txBody>
      </p:sp>
      <p:sp>
        <p:nvSpPr>
          <p:cNvPr id="9" name="Content Placeholder 8">
            <a:extLst>
              <a:ext uri="{FF2B5EF4-FFF2-40B4-BE49-F238E27FC236}">
                <a16:creationId xmlns:a16="http://schemas.microsoft.com/office/drawing/2014/main" id="{1890F206-B37F-761D-F471-0BF91F889799}"/>
              </a:ext>
            </a:extLst>
          </p:cNvPr>
          <p:cNvSpPr>
            <a:spLocks noGrp="1"/>
          </p:cNvSpPr>
          <p:nvPr>
            <p:ph idx="1"/>
          </p:nvPr>
        </p:nvSpPr>
        <p:spPr>
          <a:xfrm>
            <a:off x="1240972" y="1293001"/>
            <a:ext cx="4516016" cy="5073651"/>
          </a:xfrm>
        </p:spPr>
        <p:txBody>
          <a:bodyPr>
            <a:normAutofit fontScale="77500" lnSpcReduction="20000"/>
          </a:bodyPr>
          <a:lstStyle/>
          <a:p>
            <a:pPr marL="0" indent="0">
              <a:buNone/>
            </a:pPr>
            <a:r>
              <a:rPr lang="en-IN" sz="1600" b="1" dirty="0">
                <a:latin typeface="Times New Roman" panose="02020603050405020304" pitchFamily="18" charset="0"/>
                <a:cs typeface="Times New Roman" panose="02020603050405020304" pitchFamily="18" charset="0"/>
              </a:rPr>
              <a:t>1. Login Module</a:t>
            </a:r>
          </a:p>
          <a:p>
            <a:r>
              <a:rPr lang="en-IN" sz="1600" dirty="0">
                <a:latin typeface="Times New Roman" panose="02020603050405020304" pitchFamily="18" charset="0"/>
                <a:cs typeface="Times New Roman" panose="02020603050405020304" pitchFamily="18" charset="0"/>
              </a:rPr>
              <a:t>Allows manager/user authentication</a:t>
            </a:r>
          </a:p>
          <a:p>
            <a:r>
              <a:rPr lang="en-IN" sz="1600" dirty="0">
                <a:latin typeface="Times New Roman" panose="02020603050405020304" pitchFamily="18" charset="0"/>
                <a:cs typeface="Times New Roman" panose="02020603050405020304" pitchFamily="18" charset="0"/>
              </a:rPr>
              <a:t>Verifies login credentials</a:t>
            </a:r>
          </a:p>
          <a:p>
            <a:r>
              <a:rPr lang="en-IN" sz="1600" dirty="0">
                <a:latin typeface="Times New Roman" panose="02020603050405020304" pitchFamily="18" charset="0"/>
                <a:cs typeface="Times New Roman" panose="02020603050405020304" pitchFamily="18" charset="0"/>
              </a:rPr>
              <a:t>Stores logged-in user information</a:t>
            </a:r>
          </a:p>
          <a:p>
            <a:endParaRPr lang="en-IN" sz="1600" dirty="0">
              <a:latin typeface="Times New Roman" panose="02020603050405020304" pitchFamily="18" charset="0"/>
              <a:cs typeface="Times New Roman" panose="02020603050405020304" pitchFamily="18" charset="0"/>
            </a:endParaRPr>
          </a:p>
          <a:p>
            <a:pPr marL="0" indent="0">
              <a:buNone/>
            </a:pPr>
            <a:r>
              <a:rPr lang="en-IN" sz="1600" b="1" dirty="0">
                <a:latin typeface="Times New Roman" panose="02020603050405020304" pitchFamily="18" charset="0"/>
                <a:cs typeface="Times New Roman" panose="02020603050405020304" pitchFamily="18" charset="0"/>
              </a:rPr>
              <a:t>2. Dashboard Module</a:t>
            </a:r>
          </a:p>
          <a:p>
            <a:r>
              <a:rPr lang="en-IN" sz="1600" dirty="0">
                <a:latin typeface="Times New Roman" panose="02020603050405020304" pitchFamily="18" charset="0"/>
                <a:cs typeface="Times New Roman" panose="02020603050405020304" pitchFamily="18" charset="0"/>
              </a:rPr>
              <a:t>Displays overview of developers</a:t>
            </a:r>
          </a:p>
          <a:p>
            <a:r>
              <a:rPr lang="en-IN" sz="1600" dirty="0">
                <a:latin typeface="Times New Roman" panose="02020603050405020304" pitchFamily="18" charset="0"/>
                <a:cs typeface="Times New Roman" panose="02020603050405020304" pitchFamily="18" charset="0"/>
              </a:rPr>
              <a:t>Provides quick navigation to developer profiles</a:t>
            </a:r>
          </a:p>
          <a:p>
            <a:r>
              <a:rPr lang="en-IN" sz="1600" dirty="0">
                <a:latin typeface="Times New Roman" panose="02020603050405020304" pitchFamily="18" charset="0"/>
                <a:cs typeface="Times New Roman" panose="02020603050405020304" pitchFamily="18" charset="0"/>
              </a:rPr>
              <a:t>Shows summary information and reports</a:t>
            </a:r>
          </a:p>
          <a:p>
            <a:endParaRPr lang="en-IN" sz="1600" dirty="0">
              <a:latin typeface="Times New Roman" panose="02020603050405020304" pitchFamily="18" charset="0"/>
              <a:cs typeface="Times New Roman" panose="02020603050405020304" pitchFamily="18" charset="0"/>
            </a:endParaRPr>
          </a:p>
          <a:p>
            <a:pPr marL="0" indent="0">
              <a:buNone/>
            </a:pPr>
            <a:r>
              <a:rPr lang="en-IN" sz="1600" b="1" dirty="0">
                <a:latin typeface="Times New Roman" panose="02020603050405020304" pitchFamily="18" charset="0"/>
                <a:cs typeface="Times New Roman" panose="02020603050405020304" pitchFamily="18" charset="0"/>
              </a:rPr>
              <a:t>3. Developer Details Module</a:t>
            </a:r>
          </a:p>
          <a:p>
            <a:r>
              <a:rPr lang="en-IN" sz="1600" dirty="0">
                <a:latin typeface="Times New Roman" panose="02020603050405020304" pitchFamily="18" charset="0"/>
                <a:cs typeface="Times New Roman" panose="02020603050405020304" pitchFamily="18" charset="0"/>
              </a:rPr>
              <a:t>Displays detailed developer profiles</a:t>
            </a:r>
          </a:p>
          <a:p>
            <a:r>
              <a:rPr lang="en-IN" sz="1600" dirty="0">
                <a:latin typeface="Times New Roman" panose="02020603050405020304" pitchFamily="18" charset="0"/>
                <a:cs typeface="Times New Roman" panose="02020603050405020304" pitchFamily="18" charset="0"/>
              </a:rPr>
              <a:t>Shows skills, role, and other information</a:t>
            </a:r>
          </a:p>
          <a:p>
            <a:r>
              <a:rPr lang="en-IN" sz="1600" dirty="0">
                <a:latin typeface="Times New Roman" panose="02020603050405020304" pitchFamily="18" charset="0"/>
                <a:cs typeface="Times New Roman" panose="02020603050405020304" pitchFamily="18" charset="0"/>
              </a:rPr>
              <a:t>Allows viewing developer data in structured format</a:t>
            </a:r>
          </a:p>
          <a:p>
            <a:endParaRPr lang="en-IN" sz="1600" dirty="0">
              <a:latin typeface="Times New Roman" panose="02020603050405020304" pitchFamily="18" charset="0"/>
              <a:cs typeface="Times New Roman" panose="02020603050405020304" pitchFamily="18" charset="0"/>
            </a:endParaRPr>
          </a:p>
          <a:p>
            <a:pPr marL="0" indent="0">
              <a:buNone/>
            </a:pPr>
            <a:r>
              <a:rPr lang="en-IN" sz="1600" b="1" dirty="0">
                <a:latin typeface="Times New Roman" panose="02020603050405020304" pitchFamily="18" charset="0"/>
                <a:cs typeface="Times New Roman" panose="02020603050405020304" pitchFamily="18" charset="0"/>
              </a:rPr>
              <a:t>4. Data Storage Module</a:t>
            </a:r>
          </a:p>
          <a:p>
            <a:r>
              <a:rPr lang="en-IN" sz="1600" dirty="0">
                <a:latin typeface="Times New Roman" panose="02020603050405020304" pitchFamily="18" charset="0"/>
                <a:cs typeface="Times New Roman" panose="02020603050405020304" pitchFamily="18" charset="0"/>
              </a:rPr>
              <a:t>Uses </a:t>
            </a:r>
            <a:r>
              <a:rPr lang="en-IN" sz="1600" b="1" dirty="0" err="1">
                <a:latin typeface="Times New Roman" panose="02020603050405020304" pitchFamily="18" charset="0"/>
                <a:cs typeface="Times New Roman" panose="02020603050405020304" pitchFamily="18" charset="0"/>
              </a:rPr>
              <a:t>localStorage</a:t>
            </a:r>
            <a:r>
              <a:rPr lang="en-IN" sz="1600" dirty="0">
                <a:latin typeface="Times New Roman" panose="02020603050405020304" pitchFamily="18" charset="0"/>
                <a:cs typeface="Times New Roman" panose="02020603050405020304" pitchFamily="18" charset="0"/>
              </a:rPr>
              <a:t> to store application data</a:t>
            </a:r>
          </a:p>
          <a:p>
            <a:r>
              <a:rPr lang="en-IN" sz="1600" dirty="0">
                <a:latin typeface="Times New Roman" panose="02020603050405020304" pitchFamily="18" charset="0"/>
                <a:cs typeface="Times New Roman" panose="02020603050405020304" pitchFamily="18" charset="0"/>
              </a:rPr>
              <a:t>Stores developer information, registered users, and login sessions</a:t>
            </a:r>
          </a:p>
          <a:p>
            <a:r>
              <a:rPr lang="en-IN" sz="1600" dirty="0">
                <a:latin typeface="Times New Roman" panose="02020603050405020304" pitchFamily="18" charset="0"/>
                <a:cs typeface="Times New Roman" panose="02020603050405020304" pitchFamily="18" charset="0"/>
              </a:rPr>
              <a:t>Data persists across browser sessions</a:t>
            </a:r>
          </a:p>
          <a:p>
            <a:endParaRPr lang="en-US" sz="16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919FF571-AABB-DBF0-2720-7F01DFDDF1CF}"/>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ECAF6678-7BBF-2FBC-8619-C887BD26D4F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E45A9859-4671-FF5D-1356-4CDA5C5CDEA3}"/>
              </a:ext>
            </a:extLst>
          </p:cNvPr>
          <p:cNvSpPr>
            <a:spLocks noGrp="1"/>
          </p:cNvSpPr>
          <p:nvPr>
            <p:ph type="sldNum" sz="quarter" idx="12"/>
          </p:nvPr>
        </p:nvSpPr>
        <p:spPr/>
        <p:txBody>
          <a:bodyPr/>
          <a:lstStyle/>
          <a:p>
            <a:fld id="{B961B71F-4B40-8942-BB88-E0F5C0B46E10}" type="slidenum">
              <a:rPr lang="en-US" smtClean="0"/>
              <a:t>7</a:t>
            </a:fld>
            <a:endParaRPr lang="en-US"/>
          </a:p>
        </p:txBody>
      </p:sp>
    </p:spTree>
    <p:extLst>
      <p:ext uri="{BB962C8B-B14F-4D97-AF65-F5344CB8AC3E}">
        <p14:creationId xmlns:p14="http://schemas.microsoft.com/office/powerpoint/2010/main" val="40729656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73125-DE57-89FD-81B9-AA8B783FC87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87EB9E5-2196-BA25-5BC0-0ADC2050CEF9}"/>
              </a:ext>
            </a:extLst>
          </p:cNvPr>
          <p:cNvSpPr>
            <a:spLocks noGrp="1"/>
          </p:cNvSpPr>
          <p:nvPr>
            <p:ph type="title"/>
          </p:nvPr>
        </p:nvSpPr>
        <p:spPr>
          <a:xfrm>
            <a:off x="1009409" y="0"/>
            <a:ext cx="10173182" cy="1128009"/>
          </a:xfrm>
        </p:spPr>
        <p:txBody>
          <a:bodyPr/>
          <a:lstStyle/>
          <a:p>
            <a:pPr algn="ctr"/>
            <a:r>
              <a:rPr lang="en-US" b="1" dirty="0">
                <a:latin typeface="Times New Roman" panose="02020603050405020304" pitchFamily="18" charset="0"/>
                <a:cs typeface="Times New Roman" panose="02020603050405020304" pitchFamily="18" charset="0"/>
              </a:rPr>
              <a:t>Objectives</a:t>
            </a:r>
          </a:p>
        </p:txBody>
      </p:sp>
      <p:sp>
        <p:nvSpPr>
          <p:cNvPr id="9" name="Content Placeholder 8">
            <a:extLst>
              <a:ext uri="{FF2B5EF4-FFF2-40B4-BE49-F238E27FC236}">
                <a16:creationId xmlns:a16="http://schemas.microsoft.com/office/drawing/2014/main" id="{363C44B8-E8B6-5D9D-90FF-ECD825D72DFC}"/>
              </a:ext>
            </a:extLst>
          </p:cNvPr>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The main objectives of the </a:t>
            </a:r>
            <a:r>
              <a:rPr lang="en-US" dirty="0" err="1">
                <a:latin typeface="Times New Roman" panose="02020603050405020304" pitchFamily="18" charset="0"/>
                <a:cs typeface="Times New Roman" panose="02020603050405020304" pitchFamily="18" charset="0"/>
              </a:rPr>
              <a:t>DevTrack</a:t>
            </a:r>
            <a:r>
              <a:rPr lang="en-US" dirty="0">
                <a:latin typeface="Times New Roman" panose="02020603050405020304" pitchFamily="18" charset="0"/>
                <a:cs typeface="Times New Roman" panose="02020603050405020304" pitchFamily="18" charset="0"/>
              </a:rPr>
              <a:t> system are:</a:t>
            </a:r>
          </a:p>
          <a:p>
            <a:r>
              <a:rPr lang="en-US" dirty="0">
                <a:latin typeface="Times New Roman" panose="02020603050405020304" pitchFamily="18" charset="0"/>
                <a:cs typeface="Times New Roman" panose="02020603050405020304" pitchFamily="18" charset="0"/>
              </a:rPr>
              <a:t>To create a web-based developer tracking system</a:t>
            </a:r>
          </a:p>
          <a:p>
            <a:r>
              <a:rPr lang="en-US" dirty="0">
                <a:latin typeface="Times New Roman" panose="02020603050405020304" pitchFamily="18" charset="0"/>
                <a:cs typeface="Times New Roman" panose="02020603050405020304" pitchFamily="18" charset="0"/>
              </a:rPr>
              <a:t>To manage developer information efficiently</a:t>
            </a:r>
          </a:p>
          <a:p>
            <a:r>
              <a:rPr lang="en-US" dirty="0">
                <a:latin typeface="Times New Roman" panose="02020603050405020304" pitchFamily="18" charset="0"/>
                <a:cs typeface="Times New Roman" panose="02020603050405020304" pitchFamily="18" charset="0"/>
              </a:rPr>
              <a:t>To provide a simple dashboard for monitoring developer data</a:t>
            </a:r>
          </a:p>
          <a:p>
            <a:r>
              <a:rPr lang="en-US" dirty="0">
                <a:latin typeface="Times New Roman" panose="02020603050405020304" pitchFamily="18" charset="0"/>
                <a:cs typeface="Times New Roman" panose="02020603050405020304" pitchFamily="18" charset="0"/>
              </a:rPr>
              <a:t>To store application data using client-side storage</a:t>
            </a:r>
          </a:p>
          <a:p>
            <a:r>
              <a:rPr lang="en-US" dirty="0">
                <a:latin typeface="Times New Roman" panose="02020603050405020304" pitchFamily="18" charset="0"/>
                <a:cs typeface="Times New Roman" panose="02020603050405020304" pitchFamily="18" charset="0"/>
              </a:rPr>
              <a:t>To provide an easy-to-use interface for managers</a:t>
            </a:r>
          </a:p>
        </p:txBody>
      </p:sp>
      <p:sp>
        <p:nvSpPr>
          <p:cNvPr id="5" name="Date Placeholder 4">
            <a:extLst>
              <a:ext uri="{FF2B5EF4-FFF2-40B4-BE49-F238E27FC236}">
                <a16:creationId xmlns:a16="http://schemas.microsoft.com/office/drawing/2014/main" id="{268B0D62-5A39-5424-9CF6-9A5122E0D21E}"/>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47045F34-84C7-08FE-3B8E-621019BE8AFE}"/>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796C40D6-1BC6-8947-EA26-62259BD2C227}"/>
              </a:ext>
            </a:extLst>
          </p:cNvPr>
          <p:cNvSpPr>
            <a:spLocks noGrp="1"/>
          </p:cNvSpPr>
          <p:nvPr>
            <p:ph type="sldNum" sz="quarter" idx="12"/>
          </p:nvPr>
        </p:nvSpPr>
        <p:spPr/>
        <p:txBody>
          <a:bodyPr/>
          <a:lstStyle/>
          <a:p>
            <a:fld id="{B961B71F-4B40-8942-BB88-E0F5C0B46E10}" type="slidenum">
              <a:rPr lang="en-US" smtClean="0"/>
              <a:t>8</a:t>
            </a:fld>
            <a:endParaRPr lang="en-US"/>
          </a:p>
        </p:txBody>
      </p:sp>
    </p:spTree>
    <p:extLst>
      <p:ext uri="{BB962C8B-B14F-4D97-AF65-F5344CB8AC3E}">
        <p14:creationId xmlns:p14="http://schemas.microsoft.com/office/powerpoint/2010/main" val="12639859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A9CAF-7EB0-0890-1F26-CA3F8236AA1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7E0E9F0-7414-F19D-A367-C4D70D67BCB3}"/>
              </a:ext>
            </a:extLst>
          </p:cNvPr>
          <p:cNvSpPr>
            <a:spLocks noGrp="1"/>
          </p:cNvSpPr>
          <p:nvPr>
            <p:ph type="title"/>
          </p:nvPr>
        </p:nvSpPr>
        <p:spPr>
          <a:xfrm>
            <a:off x="1180618" y="0"/>
            <a:ext cx="10173182" cy="1128009"/>
          </a:xfrm>
        </p:spPr>
        <p:txBody>
          <a:bodyPr/>
          <a:lstStyle/>
          <a:p>
            <a:pPr algn="ctr"/>
            <a:r>
              <a:rPr lang="en-US" b="1" dirty="0">
                <a:latin typeface="+mn-lt"/>
                <a:cs typeface="Times New Roman" panose="02020603050405020304" pitchFamily="18" charset="0"/>
              </a:rPr>
              <a:t>Co’s Attainments - DSA</a:t>
            </a:r>
          </a:p>
        </p:txBody>
      </p:sp>
      <p:sp>
        <p:nvSpPr>
          <p:cNvPr id="5" name="Date Placeholder 4">
            <a:extLst>
              <a:ext uri="{FF2B5EF4-FFF2-40B4-BE49-F238E27FC236}">
                <a16:creationId xmlns:a16="http://schemas.microsoft.com/office/drawing/2014/main" id="{12D1C05D-4DC9-ADC0-13CA-909E89023113}"/>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F4CC7196-73FE-144C-6DB9-248E7AB56907}"/>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194048-D768-5663-4851-89B00F981F60}"/>
              </a:ext>
            </a:extLst>
          </p:cNvPr>
          <p:cNvSpPr>
            <a:spLocks noGrp="1"/>
          </p:cNvSpPr>
          <p:nvPr>
            <p:ph type="sldNum" sz="quarter" idx="12"/>
          </p:nvPr>
        </p:nvSpPr>
        <p:spPr/>
        <p:txBody>
          <a:bodyPr/>
          <a:lstStyle/>
          <a:p>
            <a:fld id="{B961B71F-4B40-8942-BB88-E0F5C0B46E10}" type="slidenum">
              <a:rPr lang="en-US" smtClean="0"/>
              <a:t>9</a:t>
            </a:fld>
            <a:endParaRPr lang="en-US"/>
          </a:p>
        </p:txBody>
      </p:sp>
      <p:sp>
        <p:nvSpPr>
          <p:cNvPr id="4" name="Content Placeholder 3">
            <a:extLst>
              <a:ext uri="{FF2B5EF4-FFF2-40B4-BE49-F238E27FC236}">
                <a16:creationId xmlns:a16="http://schemas.microsoft.com/office/drawing/2014/main" id="{C2D9D2D2-0F3F-D83C-8025-DDB1B7604C2D}"/>
              </a:ext>
            </a:extLst>
          </p:cNvPr>
          <p:cNvSpPr>
            <a:spLocks noGrp="1"/>
          </p:cNvSpPr>
          <p:nvPr>
            <p:ph idx="1"/>
          </p:nvPr>
        </p:nvSpPr>
        <p:spPr/>
        <p:txBody>
          <a:bodyPr>
            <a:normAutofit/>
          </a:bodyPr>
          <a:lstStyle/>
          <a:p>
            <a:r>
              <a:rPr lang="en-US" b="1" dirty="0"/>
              <a:t>CO1 — Searching &amp; Sorting</a:t>
            </a:r>
            <a:endParaRPr lang="en-US" dirty="0"/>
          </a:p>
          <a:p>
            <a:r>
              <a:rPr lang="en-US" dirty="0" err="1"/>
              <a:t>linearSearchByName</a:t>
            </a:r>
            <a:r>
              <a:rPr lang="en-US" dirty="0"/>
              <a:t>() — scans the array for a developer by name</a:t>
            </a:r>
          </a:p>
          <a:p>
            <a:r>
              <a:rPr lang="en-US" dirty="0" err="1"/>
              <a:t>binarySearchById</a:t>
            </a:r>
            <a:r>
              <a:rPr lang="en-US" dirty="0"/>
              <a:t>() — sorts by ID first, then binary searches</a:t>
            </a:r>
          </a:p>
          <a:p>
            <a:r>
              <a:rPr lang="en-US" dirty="0" err="1"/>
              <a:t>bubbleSortByName</a:t>
            </a:r>
            <a:r>
              <a:rPr lang="en-US" dirty="0"/>
              <a:t>() — A→Z alphabetical sort</a:t>
            </a:r>
          </a:p>
          <a:p>
            <a:r>
              <a:rPr lang="en-US" dirty="0" err="1"/>
              <a:t>selectionSortByScore</a:t>
            </a:r>
            <a:r>
              <a:rPr lang="en-US" dirty="0"/>
              <a:t>() — highest review score first</a:t>
            </a:r>
          </a:p>
          <a:p>
            <a:r>
              <a:rPr lang="en-US" dirty="0" err="1"/>
              <a:t>insertionSortByHours</a:t>
            </a:r>
            <a:r>
              <a:rPr lang="en-US" dirty="0"/>
              <a:t>() — fewest hours/week to most</a:t>
            </a:r>
          </a:p>
        </p:txBody>
      </p:sp>
      <p:pic>
        <p:nvPicPr>
          <p:cNvPr id="10" name="Picture 9">
            <a:extLst>
              <a:ext uri="{FF2B5EF4-FFF2-40B4-BE49-F238E27FC236}">
                <a16:creationId xmlns:a16="http://schemas.microsoft.com/office/drawing/2014/main" id="{3B15536A-4289-29EC-87EF-BEB10818CF16}"/>
              </a:ext>
            </a:extLst>
          </p:cNvPr>
          <p:cNvPicPr>
            <a:picLocks noChangeAspect="1"/>
          </p:cNvPicPr>
          <p:nvPr/>
        </p:nvPicPr>
        <p:blipFill>
          <a:blip r:embed="rId2"/>
          <a:stretch>
            <a:fillRect/>
          </a:stretch>
        </p:blipFill>
        <p:spPr>
          <a:xfrm>
            <a:off x="1180618" y="5113991"/>
            <a:ext cx="6097260" cy="828791"/>
          </a:xfrm>
          <a:prstGeom prst="rect">
            <a:avLst/>
          </a:prstGeom>
        </p:spPr>
      </p:pic>
    </p:spTree>
    <p:extLst>
      <p:ext uri="{BB962C8B-B14F-4D97-AF65-F5344CB8AC3E}">
        <p14:creationId xmlns:p14="http://schemas.microsoft.com/office/powerpoint/2010/main" val="3443658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C8F04-172E-4695-64A1-E290B4A793C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4C2F43C-950A-87E3-4692-A10928A8D40D}"/>
              </a:ext>
            </a:extLst>
          </p:cNvPr>
          <p:cNvSpPr>
            <a:spLocks noGrp="1"/>
          </p:cNvSpPr>
          <p:nvPr>
            <p:ph type="title"/>
          </p:nvPr>
        </p:nvSpPr>
        <p:spPr>
          <a:xfrm>
            <a:off x="1180618" y="0"/>
            <a:ext cx="10173182" cy="1128009"/>
          </a:xfrm>
        </p:spPr>
        <p:txBody>
          <a:bodyPr/>
          <a:lstStyle/>
          <a:p>
            <a:pPr algn="ctr"/>
            <a:r>
              <a:rPr lang="en-US" b="1" dirty="0">
                <a:latin typeface="+mn-lt"/>
                <a:cs typeface="Times New Roman" panose="02020603050405020304" pitchFamily="18" charset="0"/>
              </a:rPr>
              <a:t>Co’s Attainments - DSA</a:t>
            </a:r>
          </a:p>
        </p:txBody>
      </p:sp>
      <p:sp>
        <p:nvSpPr>
          <p:cNvPr id="5" name="Date Placeholder 4">
            <a:extLst>
              <a:ext uri="{FF2B5EF4-FFF2-40B4-BE49-F238E27FC236}">
                <a16:creationId xmlns:a16="http://schemas.microsoft.com/office/drawing/2014/main" id="{7C25E134-5F07-FCBE-281D-7E8DD8A0426F}"/>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F69A09F7-B4ED-AA3D-9286-8B0386FC1BC7}"/>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29FAC482-0705-B1B1-6E47-EB76519FC60A}"/>
              </a:ext>
            </a:extLst>
          </p:cNvPr>
          <p:cNvSpPr>
            <a:spLocks noGrp="1"/>
          </p:cNvSpPr>
          <p:nvPr>
            <p:ph type="sldNum" sz="quarter" idx="12"/>
          </p:nvPr>
        </p:nvSpPr>
        <p:spPr/>
        <p:txBody>
          <a:bodyPr/>
          <a:lstStyle/>
          <a:p>
            <a:fld id="{B961B71F-4B40-8942-BB88-E0F5C0B46E10}" type="slidenum">
              <a:rPr lang="en-US" smtClean="0"/>
              <a:t>10</a:t>
            </a:fld>
            <a:endParaRPr lang="en-US"/>
          </a:p>
        </p:txBody>
      </p:sp>
      <p:sp>
        <p:nvSpPr>
          <p:cNvPr id="4" name="Content Placeholder 3">
            <a:extLst>
              <a:ext uri="{FF2B5EF4-FFF2-40B4-BE49-F238E27FC236}">
                <a16:creationId xmlns:a16="http://schemas.microsoft.com/office/drawing/2014/main" id="{78E7B79E-E47A-128B-4F6B-D1F3B975855F}"/>
              </a:ext>
            </a:extLst>
          </p:cNvPr>
          <p:cNvSpPr>
            <a:spLocks noGrp="1"/>
          </p:cNvSpPr>
          <p:nvPr>
            <p:ph idx="1"/>
          </p:nvPr>
        </p:nvSpPr>
        <p:spPr/>
        <p:txBody>
          <a:bodyPr/>
          <a:lstStyle/>
          <a:p>
            <a:r>
              <a:rPr lang="en-US" b="1" dirty="0"/>
              <a:t>CO2 — Singly Linked List</a:t>
            </a:r>
            <a:endParaRPr lang="en-US" dirty="0"/>
          </a:p>
          <a:p>
            <a:r>
              <a:rPr lang="en-US" dirty="0" err="1"/>
              <a:t>insertAtTail</a:t>
            </a:r>
            <a:r>
              <a:rPr lang="en-US" dirty="0"/>
              <a:t>() — adds developers one by one</a:t>
            </a:r>
          </a:p>
          <a:p>
            <a:r>
              <a:rPr lang="en-US" dirty="0" err="1"/>
              <a:t>deleteById</a:t>
            </a:r>
            <a:r>
              <a:rPr lang="en-US" dirty="0"/>
              <a:t>() — removes node by ID with pointer relinking</a:t>
            </a:r>
          </a:p>
          <a:p>
            <a:r>
              <a:rPr lang="en-US" dirty="0"/>
              <a:t>traverse() — walks every node and prints it</a:t>
            </a:r>
          </a:p>
          <a:p>
            <a:r>
              <a:rPr lang="en-US" dirty="0" err="1"/>
              <a:t>toArray</a:t>
            </a:r>
            <a:r>
              <a:rPr lang="en-US" dirty="0"/>
              <a:t>() — converts the list to an array for CO1 operations</a:t>
            </a:r>
          </a:p>
        </p:txBody>
      </p:sp>
      <p:pic>
        <p:nvPicPr>
          <p:cNvPr id="3" name="Picture 2">
            <a:extLst>
              <a:ext uri="{FF2B5EF4-FFF2-40B4-BE49-F238E27FC236}">
                <a16:creationId xmlns:a16="http://schemas.microsoft.com/office/drawing/2014/main" id="{92620FE2-83C0-700D-696F-BF4EF12F9DAB}"/>
              </a:ext>
            </a:extLst>
          </p:cNvPr>
          <p:cNvPicPr>
            <a:picLocks noChangeAspect="1"/>
          </p:cNvPicPr>
          <p:nvPr/>
        </p:nvPicPr>
        <p:blipFill>
          <a:blip r:embed="rId2"/>
          <a:stretch>
            <a:fillRect/>
          </a:stretch>
        </p:blipFill>
        <p:spPr>
          <a:xfrm>
            <a:off x="1180619" y="4714408"/>
            <a:ext cx="6302532" cy="1124107"/>
          </a:xfrm>
          <a:prstGeom prst="rect">
            <a:avLst/>
          </a:prstGeom>
        </p:spPr>
      </p:pic>
    </p:spTree>
    <p:extLst>
      <p:ext uri="{BB962C8B-B14F-4D97-AF65-F5344CB8AC3E}">
        <p14:creationId xmlns:p14="http://schemas.microsoft.com/office/powerpoint/2010/main" val="3648317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1064D-3D6D-EEA5-F6CB-A430BA25F9B2}"/>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89739FB-F965-9F93-781E-35C35D6410B1}"/>
              </a:ext>
            </a:extLst>
          </p:cNvPr>
          <p:cNvSpPr>
            <a:spLocks noGrp="1"/>
          </p:cNvSpPr>
          <p:nvPr>
            <p:ph type="title"/>
          </p:nvPr>
        </p:nvSpPr>
        <p:spPr>
          <a:xfrm>
            <a:off x="1180618" y="0"/>
            <a:ext cx="10173182" cy="1128009"/>
          </a:xfrm>
        </p:spPr>
        <p:txBody>
          <a:bodyPr/>
          <a:lstStyle/>
          <a:p>
            <a:pPr algn="ctr"/>
            <a:r>
              <a:rPr lang="en-US" b="1" dirty="0">
                <a:latin typeface="+mn-lt"/>
                <a:cs typeface="Times New Roman" panose="02020603050405020304" pitchFamily="18" charset="0"/>
              </a:rPr>
              <a:t>Co’s Attainments - DSA</a:t>
            </a:r>
          </a:p>
        </p:txBody>
      </p:sp>
      <p:sp>
        <p:nvSpPr>
          <p:cNvPr id="5" name="Date Placeholder 4">
            <a:extLst>
              <a:ext uri="{FF2B5EF4-FFF2-40B4-BE49-F238E27FC236}">
                <a16:creationId xmlns:a16="http://schemas.microsoft.com/office/drawing/2014/main" id="{1F3C74DE-AD2C-B237-9906-3B51000F581D}"/>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09B18D3F-D0B7-34E4-2A1E-CBFBD44B8380}"/>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BDAA0EAE-CF68-413C-9352-A6A5A6E246E9}"/>
              </a:ext>
            </a:extLst>
          </p:cNvPr>
          <p:cNvSpPr>
            <a:spLocks noGrp="1"/>
          </p:cNvSpPr>
          <p:nvPr>
            <p:ph type="sldNum" sz="quarter" idx="12"/>
          </p:nvPr>
        </p:nvSpPr>
        <p:spPr/>
        <p:txBody>
          <a:bodyPr/>
          <a:lstStyle/>
          <a:p>
            <a:fld id="{B961B71F-4B40-8942-BB88-E0F5C0B46E10}" type="slidenum">
              <a:rPr lang="en-US" smtClean="0"/>
              <a:t>11</a:t>
            </a:fld>
            <a:endParaRPr lang="en-US"/>
          </a:p>
        </p:txBody>
      </p:sp>
      <p:sp>
        <p:nvSpPr>
          <p:cNvPr id="4" name="Content Placeholder 3">
            <a:extLst>
              <a:ext uri="{FF2B5EF4-FFF2-40B4-BE49-F238E27FC236}">
                <a16:creationId xmlns:a16="http://schemas.microsoft.com/office/drawing/2014/main" id="{33E640E5-1780-1C16-3FE1-6FD9B5CE8CF5}"/>
              </a:ext>
            </a:extLst>
          </p:cNvPr>
          <p:cNvSpPr>
            <a:spLocks noGrp="1"/>
          </p:cNvSpPr>
          <p:nvPr>
            <p:ph idx="1"/>
          </p:nvPr>
        </p:nvSpPr>
        <p:spPr/>
        <p:txBody>
          <a:bodyPr/>
          <a:lstStyle/>
          <a:p>
            <a:r>
              <a:rPr lang="en-IN" b="1" dirty="0"/>
              <a:t>CO3 — Stack, Circular Queue, Max Heap</a:t>
            </a:r>
            <a:endParaRPr lang="en-IN" dirty="0"/>
          </a:p>
          <a:p>
            <a:r>
              <a:rPr lang="en-IN" dirty="0" err="1"/>
              <a:t>ActivityStack</a:t>
            </a:r>
            <a:r>
              <a:rPr lang="en-IN" dirty="0"/>
              <a:t> — array-based LIFO stack with push/pop for action logging</a:t>
            </a:r>
          </a:p>
          <a:p>
            <a:r>
              <a:rPr lang="en-IN" dirty="0" err="1"/>
              <a:t>TaskQueue</a:t>
            </a:r>
            <a:r>
              <a:rPr lang="en-IN" dirty="0"/>
              <a:t> — circular array FIFO queue with front/rear wrapping</a:t>
            </a:r>
          </a:p>
          <a:p>
            <a:r>
              <a:rPr lang="en-IN" dirty="0" err="1"/>
              <a:t>MaxHeap</a:t>
            </a:r>
            <a:r>
              <a:rPr lang="en-IN" dirty="0"/>
              <a:t> — </a:t>
            </a:r>
            <a:r>
              <a:rPr lang="en-IN" dirty="0" err="1"/>
              <a:t>heapifyUp</a:t>
            </a:r>
            <a:r>
              <a:rPr lang="en-IN" dirty="0"/>
              <a:t>() on insert, </a:t>
            </a:r>
            <a:r>
              <a:rPr lang="en-IN" dirty="0" err="1"/>
              <a:t>heapifyDown</a:t>
            </a:r>
            <a:r>
              <a:rPr lang="en-IN" dirty="0"/>
              <a:t>() on extract, displays top N performers</a:t>
            </a:r>
          </a:p>
        </p:txBody>
      </p:sp>
      <p:pic>
        <p:nvPicPr>
          <p:cNvPr id="12" name="Picture 11">
            <a:extLst>
              <a:ext uri="{FF2B5EF4-FFF2-40B4-BE49-F238E27FC236}">
                <a16:creationId xmlns:a16="http://schemas.microsoft.com/office/drawing/2014/main" id="{39D3769E-2106-0B10-DED3-A7C0C524EAB5}"/>
              </a:ext>
            </a:extLst>
          </p:cNvPr>
          <p:cNvPicPr>
            <a:picLocks noChangeAspect="1"/>
          </p:cNvPicPr>
          <p:nvPr/>
        </p:nvPicPr>
        <p:blipFill>
          <a:blip r:embed="rId2"/>
          <a:stretch>
            <a:fillRect/>
          </a:stretch>
        </p:blipFill>
        <p:spPr>
          <a:xfrm>
            <a:off x="1534313" y="4955959"/>
            <a:ext cx="3059641" cy="771633"/>
          </a:xfrm>
          <a:prstGeom prst="rect">
            <a:avLst/>
          </a:prstGeom>
        </p:spPr>
      </p:pic>
      <p:pic>
        <p:nvPicPr>
          <p:cNvPr id="14" name="Picture 13">
            <a:extLst>
              <a:ext uri="{FF2B5EF4-FFF2-40B4-BE49-F238E27FC236}">
                <a16:creationId xmlns:a16="http://schemas.microsoft.com/office/drawing/2014/main" id="{909CE7B2-15FF-ADE7-62F5-5CA21E4152FE}"/>
              </a:ext>
            </a:extLst>
          </p:cNvPr>
          <p:cNvPicPr>
            <a:picLocks noChangeAspect="1"/>
          </p:cNvPicPr>
          <p:nvPr/>
        </p:nvPicPr>
        <p:blipFill>
          <a:blip r:embed="rId3"/>
          <a:stretch>
            <a:fillRect/>
          </a:stretch>
        </p:blipFill>
        <p:spPr>
          <a:xfrm>
            <a:off x="7129568" y="4955959"/>
            <a:ext cx="3059641" cy="704948"/>
          </a:xfrm>
          <a:prstGeom prst="rect">
            <a:avLst/>
          </a:prstGeom>
        </p:spPr>
      </p:pic>
    </p:spTree>
    <p:extLst>
      <p:ext uri="{BB962C8B-B14F-4D97-AF65-F5344CB8AC3E}">
        <p14:creationId xmlns:p14="http://schemas.microsoft.com/office/powerpoint/2010/main" val="39870615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8B3D3-54E6-7A25-1DEC-5D701274E7A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8C36308-3DDA-F298-8BCB-12A7A957000D}"/>
              </a:ext>
            </a:extLst>
          </p:cNvPr>
          <p:cNvSpPr>
            <a:spLocks noGrp="1"/>
          </p:cNvSpPr>
          <p:nvPr>
            <p:ph type="title"/>
          </p:nvPr>
        </p:nvSpPr>
        <p:spPr>
          <a:xfrm>
            <a:off x="1180618" y="0"/>
            <a:ext cx="10173182" cy="1128009"/>
          </a:xfrm>
        </p:spPr>
        <p:txBody>
          <a:bodyPr/>
          <a:lstStyle/>
          <a:p>
            <a:pPr algn="ctr"/>
            <a:r>
              <a:rPr lang="en-US" b="1" dirty="0">
                <a:latin typeface="+mn-lt"/>
                <a:cs typeface="Times New Roman" panose="02020603050405020304" pitchFamily="18" charset="0"/>
              </a:rPr>
              <a:t>Co’s Attainments - DSA</a:t>
            </a:r>
          </a:p>
        </p:txBody>
      </p:sp>
      <p:sp>
        <p:nvSpPr>
          <p:cNvPr id="5" name="Date Placeholder 4">
            <a:extLst>
              <a:ext uri="{FF2B5EF4-FFF2-40B4-BE49-F238E27FC236}">
                <a16:creationId xmlns:a16="http://schemas.microsoft.com/office/drawing/2014/main" id="{EA7D0823-1424-26D9-F2DC-4FBF67940F5F}"/>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B5CBA50E-4B10-AC95-79CA-F61D13125740}"/>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34040D94-FFAC-2F4E-A59C-F0AE1D10CD1A}"/>
              </a:ext>
            </a:extLst>
          </p:cNvPr>
          <p:cNvSpPr>
            <a:spLocks noGrp="1"/>
          </p:cNvSpPr>
          <p:nvPr>
            <p:ph type="sldNum" sz="quarter" idx="12"/>
          </p:nvPr>
        </p:nvSpPr>
        <p:spPr/>
        <p:txBody>
          <a:bodyPr/>
          <a:lstStyle/>
          <a:p>
            <a:fld id="{B961B71F-4B40-8942-BB88-E0F5C0B46E10}" type="slidenum">
              <a:rPr lang="en-US" smtClean="0"/>
              <a:t>12</a:t>
            </a:fld>
            <a:endParaRPr lang="en-US"/>
          </a:p>
        </p:txBody>
      </p:sp>
      <p:sp>
        <p:nvSpPr>
          <p:cNvPr id="4" name="Content Placeholder 3">
            <a:extLst>
              <a:ext uri="{FF2B5EF4-FFF2-40B4-BE49-F238E27FC236}">
                <a16:creationId xmlns:a16="http://schemas.microsoft.com/office/drawing/2014/main" id="{3D94EDDE-00D7-5285-7692-82F6FCBBAC88}"/>
              </a:ext>
            </a:extLst>
          </p:cNvPr>
          <p:cNvSpPr>
            <a:spLocks noGrp="1"/>
          </p:cNvSpPr>
          <p:nvPr>
            <p:ph idx="1"/>
          </p:nvPr>
        </p:nvSpPr>
        <p:spPr/>
        <p:txBody>
          <a:bodyPr/>
          <a:lstStyle/>
          <a:p>
            <a:r>
              <a:rPr lang="en-US" b="1" dirty="0"/>
              <a:t>CO4 — Hash Table</a:t>
            </a:r>
            <a:endParaRPr lang="en-US" dirty="0"/>
          </a:p>
          <a:p>
            <a:r>
              <a:rPr lang="en-US" dirty="0"/>
              <a:t>Hash function: h(id) = sum(ASCII of id) % N</a:t>
            </a:r>
          </a:p>
          <a:p>
            <a:r>
              <a:rPr lang="en-US" dirty="0"/>
              <a:t>Separate chaining via LinkedList[] buckets</a:t>
            </a:r>
          </a:p>
          <a:p>
            <a:r>
              <a:rPr lang="en-US" dirty="0"/>
              <a:t>Insert, Search, Delete all supported, with live load factor printed after every operation</a:t>
            </a:r>
          </a:p>
        </p:txBody>
      </p:sp>
      <p:pic>
        <p:nvPicPr>
          <p:cNvPr id="3" name="Picture 2">
            <a:extLst>
              <a:ext uri="{FF2B5EF4-FFF2-40B4-BE49-F238E27FC236}">
                <a16:creationId xmlns:a16="http://schemas.microsoft.com/office/drawing/2014/main" id="{19706B56-61CA-720F-7FEF-90FE229319C2}"/>
              </a:ext>
            </a:extLst>
          </p:cNvPr>
          <p:cNvPicPr>
            <a:picLocks noChangeAspect="1"/>
          </p:cNvPicPr>
          <p:nvPr/>
        </p:nvPicPr>
        <p:blipFill>
          <a:blip r:embed="rId2"/>
          <a:stretch>
            <a:fillRect/>
          </a:stretch>
        </p:blipFill>
        <p:spPr>
          <a:xfrm>
            <a:off x="1659615" y="4655161"/>
            <a:ext cx="4436385" cy="533474"/>
          </a:xfrm>
          <a:prstGeom prst="rect">
            <a:avLst/>
          </a:prstGeom>
        </p:spPr>
      </p:pic>
    </p:spTree>
    <p:extLst>
      <p:ext uri="{BB962C8B-B14F-4D97-AF65-F5344CB8AC3E}">
        <p14:creationId xmlns:p14="http://schemas.microsoft.com/office/powerpoint/2010/main" val="5360854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E6DD38-75C0-8E21-1E49-377F7A2F67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EF59A4-5B0E-1BFC-A376-A9846E9923C8}"/>
              </a:ext>
            </a:extLst>
          </p:cNvPr>
          <p:cNvSpPr>
            <a:spLocks noGrp="1"/>
          </p:cNvSpPr>
          <p:nvPr>
            <p:ph type="title"/>
          </p:nvPr>
        </p:nvSpPr>
        <p:spPr>
          <a:xfrm>
            <a:off x="3002280" y="0"/>
            <a:ext cx="6893560" cy="1325563"/>
          </a:xfrm>
        </p:spPr>
        <p:txBody>
          <a:bodyPr/>
          <a:lstStyle/>
          <a:p>
            <a:r>
              <a:rPr lang="en-US" dirty="0">
                <a:latin typeface="+mn-lt"/>
                <a:cs typeface="Times New Roman" panose="02020603050405020304" pitchFamily="18" charset="0"/>
              </a:rPr>
              <a:t>Screenshots for DSA</a:t>
            </a:r>
          </a:p>
        </p:txBody>
      </p:sp>
      <p:sp>
        <p:nvSpPr>
          <p:cNvPr id="4" name="Date Placeholder 3">
            <a:extLst>
              <a:ext uri="{FF2B5EF4-FFF2-40B4-BE49-F238E27FC236}">
                <a16:creationId xmlns:a16="http://schemas.microsoft.com/office/drawing/2014/main" id="{557BCE08-3A24-6D2B-61B5-D3EA16F5B428}"/>
              </a:ext>
            </a:extLst>
          </p:cNvPr>
          <p:cNvSpPr>
            <a:spLocks noGrp="1"/>
          </p:cNvSpPr>
          <p:nvPr>
            <p:ph type="dt" sz="half" idx="10"/>
          </p:nvPr>
        </p:nvSpPr>
        <p:spPr/>
        <p:txBody>
          <a:bodyPr/>
          <a:lstStyle/>
          <a:p>
            <a:fld id="{9C5272DB-0103-AF4C-A22D-07421EC406AD}" type="datetime1">
              <a:rPr lang="en-IN" smtClean="0"/>
              <a:t>12-03-2026</a:t>
            </a:fld>
            <a:endParaRPr lang="en-US"/>
          </a:p>
        </p:txBody>
      </p:sp>
      <p:sp>
        <p:nvSpPr>
          <p:cNvPr id="5" name="Footer Placeholder 4">
            <a:extLst>
              <a:ext uri="{FF2B5EF4-FFF2-40B4-BE49-F238E27FC236}">
                <a16:creationId xmlns:a16="http://schemas.microsoft.com/office/drawing/2014/main" id="{180E7722-20D4-1EB3-0FF3-AAC3D3820FD0}"/>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586275C7-0E7B-03C3-9269-B8CE79C0FDF9}"/>
              </a:ext>
            </a:extLst>
          </p:cNvPr>
          <p:cNvSpPr>
            <a:spLocks noGrp="1"/>
          </p:cNvSpPr>
          <p:nvPr>
            <p:ph type="sldNum" sz="quarter" idx="12"/>
          </p:nvPr>
        </p:nvSpPr>
        <p:spPr/>
        <p:txBody>
          <a:bodyPr/>
          <a:lstStyle/>
          <a:p>
            <a:fld id="{B961B71F-4B40-8942-BB88-E0F5C0B46E10}" type="slidenum">
              <a:rPr lang="en-US" smtClean="0"/>
              <a:t>13</a:t>
            </a:fld>
            <a:endParaRPr lang="en-US"/>
          </a:p>
        </p:txBody>
      </p:sp>
      <p:pic>
        <p:nvPicPr>
          <p:cNvPr id="7" name="Picture 6">
            <a:extLst>
              <a:ext uri="{FF2B5EF4-FFF2-40B4-BE49-F238E27FC236}">
                <a16:creationId xmlns:a16="http://schemas.microsoft.com/office/drawing/2014/main" id="{D8E3C75F-9ACD-1BB5-253B-BB806E3B2204}"/>
              </a:ext>
            </a:extLst>
          </p:cNvPr>
          <p:cNvPicPr>
            <a:picLocks noChangeAspect="1"/>
          </p:cNvPicPr>
          <p:nvPr/>
        </p:nvPicPr>
        <p:blipFill>
          <a:blip r:embed="rId2"/>
          <a:stretch>
            <a:fillRect/>
          </a:stretch>
        </p:blipFill>
        <p:spPr>
          <a:xfrm>
            <a:off x="744161" y="2241536"/>
            <a:ext cx="4669864" cy="2759672"/>
          </a:xfrm>
          <a:prstGeom prst="rect">
            <a:avLst/>
          </a:prstGeom>
        </p:spPr>
      </p:pic>
      <p:pic>
        <p:nvPicPr>
          <p:cNvPr id="9" name="Picture 8">
            <a:extLst>
              <a:ext uri="{FF2B5EF4-FFF2-40B4-BE49-F238E27FC236}">
                <a16:creationId xmlns:a16="http://schemas.microsoft.com/office/drawing/2014/main" id="{07D6D53F-16E5-25F4-9EEB-10D7695157F0}"/>
              </a:ext>
            </a:extLst>
          </p:cNvPr>
          <p:cNvPicPr>
            <a:picLocks noChangeAspect="1"/>
          </p:cNvPicPr>
          <p:nvPr/>
        </p:nvPicPr>
        <p:blipFill>
          <a:blip r:embed="rId3"/>
          <a:stretch>
            <a:fillRect/>
          </a:stretch>
        </p:blipFill>
        <p:spPr>
          <a:xfrm>
            <a:off x="7000358" y="2241535"/>
            <a:ext cx="4233700" cy="2759673"/>
          </a:xfrm>
          <a:prstGeom prst="rect">
            <a:avLst/>
          </a:prstGeom>
        </p:spPr>
      </p:pic>
    </p:spTree>
    <p:extLst>
      <p:ext uri="{BB962C8B-B14F-4D97-AF65-F5344CB8AC3E}">
        <p14:creationId xmlns:p14="http://schemas.microsoft.com/office/powerpoint/2010/main" val="2779641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DF464D-C9C3-DF37-2281-E6E2C8A7EF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4971A2-0545-3FAE-6E17-C64C4A4731AF}"/>
              </a:ext>
            </a:extLst>
          </p:cNvPr>
          <p:cNvSpPr>
            <a:spLocks noGrp="1"/>
          </p:cNvSpPr>
          <p:nvPr>
            <p:ph type="title"/>
          </p:nvPr>
        </p:nvSpPr>
        <p:spPr>
          <a:xfrm>
            <a:off x="3002280" y="0"/>
            <a:ext cx="6893560" cy="1325563"/>
          </a:xfrm>
        </p:spPr>
        <p:txBody>
          <a:bodyPr/>
          <a:lstStyle/>
          <a:p>
            <a:r>
              <a:rPr lang="en-US" dirty="0">
                <a:latin typeface="+mn-lt"/>
                <a:cs typeface="Times New Roman" panose="02020603050405020304" pitchFamily="18" charset="0"/>
              </a:rPr>
              <a:t>Screenshots for DSA</a:t>
            </a:r>
          </a:p>
        </p:txBody>
      </p:sp>
      <p:sp>
        <p:nvSpPr>
          <p:cNvPr id="4" name="Date Placeholder 3">
            <a:extLst>
              <a:ext uri="{FF2B5EF4-FFF2-40B4-BE49-F238E27FC236}">
                <a16:creationId xmlns:a16="http://schemas.microsoft.com/office/drawing/2014/main" id="{94B28B24-1339-08DE-6600-239ADD2F514B}"/>
              </a:ext>
            </a:extLst>
          </p:cNvPr>
          <p:cNvSpPr>
            <a:spLocks noGrp="1"/>
          </p:cNvSpPr>
          <p:nvPr>
            <p:ph type="dt" sz="half" idx="10"/>
          </p:nvPr>
        </p:nvSpPr>
        <p:spPr/>
        <p:txBody>
          <a:bodyPr/>
          <a:lstStyle/>
          <a:p>
            <a:fld id="{9C5272DB-0103-AF4C-A22D-07421EC406AD}" type="datetime1">
              <a:rPr lang="en-IN" smtClean="0"/>
              <a:t>12-03-2026</a:t>
            </a:fld>
            <a:endParaRPr lang="en-US"/>
          </a:p>
        </p:txBody>
      </p:sp>
      <p:sp>
        <p:nvSpPr>
          <p:cNvPr id="5" name="Footer Placeholder 4">
            <a:extLst>
              <a:ext uri="{FF2B5EF4-FFF2-40B4-BE49-F238E27FC236}">
                <a16:creationId xmlns:a16="http://schemas.microsoft.com/office/drawing/2014/main" id="{6B986C3F-335F-131F-EEB2-D4BB0DEBB179}"/>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531149F6-62FB-855E-B34C-F8EEFCF7FF2D}"/>
              </a:ext>
            </a:extLst>
          </p:cNvPr>
          <p:cNvSpPr>
            <a:spLocks noGrp="1"/>
          </p:cNvSpPr>
          <p:nvPr>
            <p:ph type="sldNum" sz="quarter" idx="12"/>
          </p:nvPr>
        </p:nvSpPr>
        <p:spPr/>
        <p:txBody>
          <a:bodyPr/>
          <a:lstStyle/>
          <a:p>
            <a:fld id="{B961B71F-4B40-8942-BB88-E0F5C0B46E10}" type="slidenum">
              <a:rPr lang="en-US" smtClean="0"/>
              <a:t>14</a:t>
            </a:fld>
            <a:endParaRPr lang="en-US"/>
          </a:p>
        </p:txBody>
      </p:sp>
      <p:pic>
        <p:nvPicPr>
          <p:cNvPr id="7" name="Picture 6">
            <a:extLst>
              <a:ext uri="{FF2B5EF4-FFF2-40B4-BE49-F238E27FC236}">
                <a16:creationId xmlns:a16="http://schemas.microsoft.com/office/drawing/2014/main" id="{C2FE2597-F7BD-2E47-AEAC-BA850A31F59F}"/>
              </a:ext>
            </a:extLst>
          </p:cNvPr>
          <p:cNvPicPr>
            <a:picLocks noChangeAspect="1"/>
          </p:cNvPicPr>
          <p:nvPr/>
        </p:nvPicPr>
        <p:blipFill>
          <a:blip r:embed="rId2"/>
          <a:stretch>
            <a:fillRect/>
          </a:stretch>
        </p:blipFill>
        <p:spPr>
          <a:xfrm>
            <a:off x="464886" y="2211355"/>
            <a:ext cx="4874178" cy="2883676"/>
          </a:xfrm>
          <a:prstGeom prst="rect">
            <a:avLst/>
          </a:prstGeom>
        </p:spPr>
      </p:pic>
      <p:pic>
        <p:nvPicPr>
          <p:cNvPr id="11" name="Picture 10">
            <a:extLst>
              <a:ext uri="{FF2B5EF4-FFF2-40B4-BE49-F238E27FC236}">
                <a16:creationId xmlns:a16="http://schemas.microsoft.com/office/drawing/2014/main" id="{88DD26A8-4327-F6B5-A0B5-EBD60C4796A7}"/>
              </a:ext>
            </a:extLst>
          </p:cNvPr>
          <p:cNvPicPr>
            <a:picLocks noChangeAspect="1"/>
          </p:cNvPicPr>
          <p:nvPr/>
        </p:nvPicPr>
        <p:blipFill>
          <a:blip r:embed="rId3"/>
          <a:stretch>
            <a:fillRect/>
          </a:stretch>
        </p:blipFill>
        <p:spPr>
          <a:xfrm>
            <a:off x="6274596" y="2085180"/>
            <a:ext cx="4948665" cy="3136026"/>
          </a:xfrm>
          <a:prstGeom prst="rect">
            <a:avLst/>
          </a:prstGeom>
        </p:spPr>
      </p:pic>
    </p:spTree>
    <p:extLst>
      <p:ext uri="{BB962C8B-B14F-4D97-AF65-F5344CB8AC3E}">
        <p14:creationId xmlns:p14="http://schemas.microsoft.com/office/powerpoint/2010/main" val="27556215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63A63-E30E-0694-B089-838C7E389AF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E8F526A-5F54-0308-7336-A6E081606439}"/>
              </a:ext>
            </a:extLst>
          </p:cNvPr>
          <p:cNvSpPr>
            <a:spLocks noGrp="1"/>
          </p:cNvSpPr>
          <p:nvPr>
            <p:ph type="title"/>
          </p:nvPr>
        </p:nvSpPr>
        <p:spPr>
          <a:xfrm>
            <a:off x="1009409" y="0"/>
            <a:ext cx="10173182" cy="1128009"/>
          </a:xfrm>
        </p:spPr>
        <p:txBody>
          <a:bodyPr/>
          <a:lstStyle/>
          <a:p>
            <a:pPr algn="ctr"/>
            <a:r>
              <a:rPr lang="en-US" b="1" dirty="0">
                <a:latin typeface="+mn-lt"/>
                <a:cs typeface="Times New Roman" panose="02020603050405020304" pitchFamily="18" charset="0"/>
              </a:rPr>
              <a:t>Conclusion</a:t>
            </a:r>
          </a:p>
        </p:txBody>
      </p:sp>
      <p:sp>
        <p:nvSpPr>
          <p:cNvPr id="9" name="Content Placeholder 8">
            <a:extLst>
              <a:ext uri="{FF2B5EF4-FFF2-40B4-BE49-F238E27FC236}">
                <a16:creationId xmlns:a16="http://schemas.microsoft.com/office/drawing/2014/main" id="{956E9376-CB4B-895B-7B5C-D2F5AAED7494}"/>
              </a:ext>
            </a:extLst>
          </p:cNvPr>
          <p:cNvSpPr>
            <a:spLocks noGrp="1"/>
          </p:cNvSpPr>
          <p:nvPr>
            <p:ph idx="1"/>
          </p:nvPr>
        </p:nvSpPr>
        <p:spPr/>
        <p:txBody>
          <a:bodyPr>
            <a:normAutofit fontScale="92500" lnSpcReduction="10000"/>
          </a:bodyPr>
          <a:lstStyle/>
          <a:p>
            <a:r>
              <a:rPr lang="en-US" dirty="0"/>
              <a:t>The Developer Management System (</a:t>
            </a:r>
            <a:r>
              <a:rPr lang="en-US" dirty="0" err="1"/>
              <a:t>DevTrack</a:t>
            </a:r>
            <a:r>
              <a:rPr lang="en-US" dirty="0"/>
              <a:t>) is a simple application designed to manage and track developer information efficiently. It allows users to add, delete, and display developer details while also analyzing their performance. The project uses different data structures such as </a:t>
            </a:r>
            <a:r>
              <a:rPr lang="en-US" dirty="0" err="1"/>
              <a:t>ArrayList</a:t>
            </a:r>
            <a:r>
              <a:rPr lang="en-US" dirty="0"/>
              <a:t>, Stack, Queue, and Max Heap to organize and process data effectively. Sorting algorithms like Selection Sort and Insertion Sort are used to arrange developers based on review scores and hours worked. The stack is used to maintain an activity log of system actions, while the queue helps manage tasks in an organized order. Additionally, the max heap helps identify the top-performing developers quickly. Overall, this project demonstrates how basic data structures and algorithms can be applied to create a structured system for managing developer performance and activities</a:t>
            </a:r>
            <a:endParaRPr lang="en-US"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82A84C9A-73D1-DA76-6E0C-91C24CB8321A}"/>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CB81726C-C351-8876-43C7-C9B8807EA560}"/>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36E4E02D-0287-0F0D-A891-AE869E4F0992}"/>
              </a:ext>
            </a:extLst>
          </p:cNvPr>
          <p:cNvSpPr>
            <a:spLocks noGrp="1"/>
          </p:cNvSpPr>
          <p:nvPr>
            <p:ph type="sldNum" sz="quarter" idx="12"/>
          </p:nvPr>
        </p:nvSpPr>
        <p:spPr/>
        <p:txBody>
          <a:bodyPr/>
          <a:lstStyle/>
          <a:p>
            <a:fld id="{B961B71F-4B40-8942-BB88-E0F5C0B46E10}" type="slidenum">
              <a:rPr lang="en-US" smtClean="0"/>
              <a:t>15</a:t>
            </a:fld>
            <a:endParaRPr lang="en-US"/>
          </a:p>
        </p:txBody>
      </p:sp>
    </p:spTree>
    <p:extLst>
      <p:ext uri="{BB962C8B-B14F-4D97-AF65-F5344CB8AC3E}">
        <p14:creationId xmlns:p14="http://schemas.microsoft.com/office/powerpoint/2010/main" val="28589121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48258-F0F3-1EE4-1AB3-DB04AD69EB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9961B8-8709-0718-F6D3-9D07622F76AF}"/>
              </a:ext>
            </a:extLst>
          </p:cNvPr>
          <p:cNvSpPr>
            <a:spLocks noGrp="1"/>
          </p:cNvSpPr>
          <p:nvPr>
            <p:ph type="title"/>
          </p:nvPr>
        </p:nvSpPr>
        <p:spPr/>
        <p:txBody>
          <a:bodyPr/>
          <a:lstStyle/>
          <a:p>
            <a:r>
              <a:rPr lang="en-US" dirty="0">
                <a:latin typeface="+mn-lt"/>
                <a:cs typeface="Times New Roman" panose="02020603050405020304" pitchFamily="18" charset="0"/>
              </a:rPr>
              <a:t>Geo- Tag Photos</a:t>
            </a:r>
          </a:p>
        </p:txBody>
      </p:sp>
      <p:pic>
        <p:nvPicPr>
          <p:cNvPr id="8" name="Content Placeholder 7">
            <a:extLst>
              <a:ext uri="{FF2B5EF4-FFF2-40B4-BE49-F238E27FC236}">
                <a16:creationId xmlns:a16="http://schemas.microsoft.com/office/drawing/2014/main" id="{377FC8EF-BF49-AC98-9ACE-7B55C1231529}"/>
              </a:ext>
            </a:extLst>
          </p:cNvPr>
          <p:cNvPicPr>
            <a:picLocks noGrp="1" noChangeAspect="1"/>
          </p:cNvPicPr>
          <p:nvPr>
            <p:ph idx="1"/>
          </p:nvPr>
        </p:nvPicPr>
        <p:blipFill>
          <a:blip r:embed="rId2"/>
          <a:stretch>
            <a:fillRect/>
          </a:stretch>
        </p:blipFill>
        <p:spPr>
          <a:xfrm>
            <a:off x="572277" y="1867151"/>
            <a:ext cx="5312229" cy="3984171"/>
          </a:xfrm>
          <a:prstGeom prst="rect">
            <a:avLst/>
          </a:prstGeom>
        </p:spPr>
      </p:pic>
      <p:sp>
        <p:nvSpPr>
          <p:cNvPr id="4" name="Date Placeholder 3">
            <a:extLst>
              <a:ext uri="{FF2B5EF4-FFF2-40B4-BE49-F238E27FC236}">
                <a16:creationId xmlns:a16="http://schemas.microsoft.com/office/drawing/2014/main" id="{5B18EAAE-4073-261B-4850-9857C07DBAF0}"/>
              </a:ext>
            </a:extLst>
          </p:cNvPr>
          <p:cNvSpPr>
            <a:spLocks noGrp="1"/>
          </p:cNvSpPr>
          <p:nvPr>
            <p:ph type="dt" sz="half" idx="10"/>
          </p:nvPr>
        </p:nvSpPr>
        <p:spPr/>
        <p:txBody>
          <a:bodyPr/>
          <a:lstStyle/>
          <a:p>
            <a:fld id="{9C5272DB-0103-AF4C-A22D-07421EC406AD}" type="datetime1">
              <a:rPr lang="en-IN" smtClean="0"/>
              <a:t>12-03-2026</a:t>
            </a:fld>
            <a:endParaRPr lang="en-US"/>
          </a:p>
        </p:txBody>
      </p:sp>
      <p:sp>
        <p:nvSpPr>
          <p:cNvPr id="5" name="Footer Placeholder 4">
            <a:extLst>
              <a:ext uri="{FF2B5EF4-FFF2-40B4-BE49-F238E27FC236}">
                <a16:creationId xmlns:a16="http://schemas.microsoft.com/office/drawing/2014/main" id="{A3CA2172-0EFE-3ADA-47FA-029EF21AB5B8}"/>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C3E9B8A7-6131-D012-7DA4-A9F36B2B1525}"/>
              </a:ext>
            </a:extLst>
          </p:cNvPr>
          <p:cNvSpPr>
            <a:spLocks noGrp="1"/>
          </p:cNvSpPr>
          <p:nvPr>
            <p:ph type="sldNum" sz="quarter" idx="12"/>
          </p:nvPr>
        </p:nvSpPr>
        <p:spPr/>
        <p:txBody>
          <a:bodyPr/>
          <a:lstStyle/>
          <a:p>
            <a:fld id="{B961B71F-4B40-8942-BB88-E0F5C0B46E10}" type="slidenum">
              <a:rPr lang="en-US" smtClean="0"/>
              <a:t>16</a:t>
            </a:fld>
            <a:endParaRPr lang="en-US"/>
          </a:p>
        </p:txBody>
      </p:sp>
      <p:pic>
        <p:nvPicPr>
          <p:cNvPr id="10" name="Picture 9">
            <a:extLst>
              <a:ext uri="{FF2B5EF4-FFF2-40B4-BE49-F238E27FC236}">
                <a16:creationId xmlns:a16="http://schemas.microsoft.com/office/drawing/2014/main" id="{3B52DF47-67A1-D91A-58CA-97C6CC2E56CE}"/>
              </a:ext>
            </a:extLst>
          </p:cNvPr>
          <p:cNvPicPr>
            <a:picLocks noChangeAspect="1"/>
          </p:cNvPicPr>
          <p:nvPr/>
        </p:nvPicPr>
        <p:blipFill>
          <a:blip r:embed="rId3"/>
          <a:stretch>
            <a:fillRect/>
          </a:stretch>
        </p:blipFill>
        <p:spPr>
          <a:xfrm>
            <a:off x="6307495" y="1867151"/>
            <a:ext cx="5312228" cy="3984171"/>
          </a:xfrm>
          <a:prstGeom prst="rect">
            <a:avLst/>
          </a:prstGeom>
        </p:spPr>
      </p:pic>
    </p:spTree>
    <p:extLst>
      <p:ext uri="{BB962C8B-B14F-4D97-AF65-F5344CB8AC3E}">
        <p14:creationId xmlns:p14="http://schemas.microsoft.com/office/powerpoint/2010/main" val="23574719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7AAD6276-EBF6-BB4A-A6C6-114A8D55B891}" type="datetime1">
              <a:rPr lang="en-IN" smtClean="0"/>
              <a:t>12-03-2026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17</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4111</TotalTime>
  <Words>870</Words>
  <Application>Microsoft Office PowerPoint</Application>
  <PresentationFormat>Widescreen</PresentationFormat>
  <Paragraphs>161</Paragraphs>
  <Slides>17</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17</vt:i4>
      </vt:variant>
    </vt:vector>
  </HeadingPairs>
  <TitlesOfParts>
    <vt:vector size="24" baseType="lpstr">
      <vt:lpstr>Arial</vt:lpstr>
      <vt:lpstr>Calibri</vt:lpstr>
      <vt:lpstr>Calibri Light</vt:lpstr>
      <vt:lpstr>Times New Roman</vt:lpstr>
      <vt:lpstr>Wingdings</vt:lpstr>
      <vt:lpstr>Office Theme</vt:lpstr>
      <vt:lpstr>Custom Design</vt:lpstr>
      <vt:lpstr>TITLE :TRACKING DEVELOPER PRODUCTIVITY AND PERFORMACE</vt:lpstr>
      <vt:lpstr>OUTLINE</vt:lpstr>
      <vt:lpstr>Abstract</vt:lpstr>
      <vt:lpstr>Existing System </vt:lpstr>
      <vt:lpstr>Proposed System</vt:lpstr>
      <vt:lpstr>System  Architecture</vt:lpstr>
      <vt:lpstr>Project Modules</vt:lpstr>
      <vt:lpstr>Objectives</vt:lpstr>
      <vt:lpstr>Co’s Attainments - DSA</vt:lpstr>
      <vt:lpstr>Co’s Attainments - DSA</vt:lpstr>
      <vt:lpstr>Co’s Attainments - DSA</vt:lpstr>
      <vt:lpstr>Co’s Attainments - DSA</vt:lpstr>
      <vt:lpstr>Screenshots for DSA</vt:lpstr>
      <vt:lpstr>Screenshots for DSA</vt:lpstr>
      <vt:lpstr>Conclusion</vt:lpstr>
      <vt:lpstr>Geo- Tag Photos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Nehasree Padamati</cp:lastModifiedBy>
  <cp:revision>59</cp:revision>
  <dcterms:created xsi:type="dcterms:W3CDTF">2022-05-20T10:20:31Z</dcterms:created>
  <dcterms:modified xsi:type="dcterms:W3CDTF">2026-03-12T03:43:32Z</dcterms:modified>
</cp:coreProperties>
</file>